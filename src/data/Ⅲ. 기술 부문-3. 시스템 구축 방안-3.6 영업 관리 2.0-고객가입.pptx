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765" r:id="rId4"/>
  </p:sldMasterIdLst>
  <p:notesMasterIdLst>
    <p:notesMasterId r:id="rId9"/>
  </p:notesMasterIdLst>
  <p:handoutMasterIdLst>
    <p:handoutMasterId r:id="rId10"/>
  </p:handoutMasterIdLst>
  <p:sldIdLst>
    <p:sldId id="2147474015" r:id="rId5"/>
    <p:sldId id="2147474057" r:id="rId6"/>
    <p:sldId id="2147474060" r:id="rId7"/>
    <p:sldId id="2147474059" r:id="rId8"/>
  </p:sldIdLst>
  <p:sldSz cx="9906000" cy="6858000" type="A4"/>
  <p:notesSz cx="6807200" cy="99393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. 제안서 일반현황" id="{70BC1D70-A814-43B1-BDFB-E076AB78B37F}">
          <p14:sldIdLst/>
        </p14:section>
        <p14:section name="Ⅱ. 제안개요" id="{82CA3F6B-1E83-4C80-AF3D-CBDAA80A6355}">
          <p14:sldIdLst/>
        </p14:section>
        <p14:section name="Ⅲ. 기술부문" id="{C7422418-9E7A-4F93-BB6C-75B175CAE068}">
          <p14:sldIdLst>
            <p14:sldId id="2147474015"/>
            <p14:sldId id="2147474057"/>
            <p14:sldId id="2147474060"/>
            <p14:sldId id="2147474059"/>
          </p14:sldIdLst>
        </p14:section>
        <p14:section name="Ⅳ. 프로젝트관리부문" id="{5BFE9C39-2036-4E9B-A866-F44872CD6362}">
          <p14:sldIdLst/>
        </p14:section>
        <p14:section name="Ⅴ. 시스템 운영 부문" id="{5CDE5817-18A9-4F2C-A58E-B146838B6162}">
          <p14:sldIdLst/>
        </p14:section>
        <p14:section name="Ⅵ. 기타" id="{512A7FED-B62D-41D3-A286-8307EB73EA4E}">
          <p14:sldIdLst/>
        </p14:section>
        <p14:section name="Outro" id="{2EF88AA5-706F-49C6-A821-7BE3083286B5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1434" userDrawn="1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770A8"/>
    <a:srgbClr val="E95515"/>
    <a:srgbClr val="F4C405"/>
    <a:srgbClr val="1EC5C1"/>
    <a:srgbClr val="4B8B92"/>
    <a:srgbClr val="79B7E1"/>
    <a:srgbClr val="236CA0"/>
    <a:srgbClr val="C9F7F6"/>
    <a:srgbClr val="F2C306"/>
    <a:srgbClr val="0958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E648F1-0645-12EE-E04A-F9EC79F921D8}" v="31" dt="2026-04-21T08:22:16.074"/>
    <p1510:client id="{8FF7A922-86AC-84E9-F585-4713352B3DBC}" v="101" dt="2026-04-21T07:09:20.410"/>
    <p1510:client id="{A0992F45-9431-7FEA-151A-53C443FE9057}" v="200" dt="2026-04-21T06:37:44.336"/>
  </p1510:revLst>
</p1510:revInfo>
</file>

<file path=ppt/tableStyles.xml><?xml version="1.0" encoding="utf-8"?>
<a:tblStyleLst xmlns:a="http://schemas.openxmlformats.org/drawingml/2006/main" def="{5C22544A-7EE6-4342-B048-85BDC9FD1C3A}"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1734" y="126"/>
      </p:cViewPr>
      <p:guideLst>
        <p:guide orient="horz" pos="1434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전호상" userId="S::sharpmmm@lgcns.com::78eb0e35-fd4d-4b1f-9073-7cdd7491821e" providerId="AD" clId="Web-{19E648F1-0645-12EE-E04A-F9EC79F921D8}"/>
    <pc:docChg chg="modSld">
      <pc:chgData name="전호상" userId="S::sharpmmm@lgcns.com::78eb0e35-fd4d-4b1f-9073-7cdd7491821e" providerId="AD" clId="Web-{19E648F1-0645-12EE-E04A-F9EC79F921D8}" dt="2026-04-21T08:22:15.886" v="25"/>
      <pc:docMkLst>
        <pc:docMk/>
      </pc:docMkLst>
      <pc:sldChg chg="modSp">
        <pc:chgData name="전호상" userId="S::sharpmmm@lgcns.com::78eb0e35-fd4d-4b1f-9073-7cdd7491821e" providerId="AD" clId="Web-{19E648F1-0645-12EE-E04A-F9EC79F921D8}" dt="2026-04-21T08:22:15.886" v="25"/>
        <pc:sldMkLst>
          <pc:docMk/>
          <pc:sldMk cId="1756855305" sldId="2147474059"/>
        </pc:sldMkLst>
        <pc:graphicFrameChg chg="mod modGraphic">
          <ac:chgData name="전호상" userId="S::sharpmmm@lgcns.com::78eb0e35-fd4d-4b1f-9073-7cdd7491821e" providerId="AD" clId="Web-{19E648F1-0645-12EE-E04A-F9EC79F921D8}" dt="2026-04-21T08:22:15.886" v="25"/>
          <ac:graphicFrameMkLst>
            <pc:docMk/>
            <pc:sldMk cId="1756855305" sldId="2147474059"/>
            <ac:graphicFrameMk id="7" creationId="{34953506-6D17-769C-99F2-0647D9168092}"/>
          </ac:graphicFrameMkLst>
        </pc:graphicFrameChg>
      </pc:sldChg>
    </pc:docChg>
  </pc:docChgLst>
  <pc:docChgLst>
    <pc:chgData name="서민수" userId="S::sumsoo@lgcns.com::a3d825a5-0225-4d61-95ba-9e9e58f2493e" providerId="AD" clId="Web-{8FF7A922-86AC-84E9-F585-4713352B3DBC}"/>
    <pc:docChg chg="modSld">
      <pc:chgData name="서민수" userId="S::sumsoo@lgcns.com::a3d825a5-0225-4d61-95ba-9e9e58f2493e" providerId="AD" clId="Web-{8FF7A922-86AC-84E9-F585-4713352B3DBC}" dt="2026-04-21T07:09:20.410" v="65" actId="20577"/>
      <pc:docMkLst>
        <pc:docMk/>
      </pc:docMkLst>
      <pc:sldChg chg="modSp">
        <pc:chgData name="서민수" userId="S::sumsoo@lgcns.com::a3d825a5-0225-4d61-95ba-9e9e58f2493e" providerId="AD" clId="Web-{8FF7A922-86AC-84E9-F585-4713352B3DBC}" dt="2026-04-21T06:48:12.944" v="29" actId="20577"/>
        <pc:sldMkLst>
          <pc:docMk/>
          <pc:sldMk cId="4143753275" sldId="2147474015"/>
        </pc:sldMkLst>
        <pc:spChg chg="mod">
          <ac:chgData name="서민수" userId="S::sumsoo@lgcns.com::a3d825a5-0225-4d61-95ba-9e9e58f2493e" providerId="AD" clId="Web-{8FF7A922-86AC-84E9-F585-4713352B3DBC}" dt="2026-04-21T06:48:12.944" v="29" actId="20577"/>
          <ac:spMkLst>
            <pc:docMk/>
            <pc:sldMk cId="4143753275" sldId="2147474015"/>
            <ac:spMk id="4" creationId="{802590F6-B360-4E50-8680-E8DBD7D0E841}"/>
          </ac:spMkLst>
        </pc:spChg>
      </pc:sldChg>
      <pc:sldChg chg="modSp">
        <pc:chgData name="서민수" userId="S::sumsoo@lgcns.com::a3d825a5-0225-4d61-95ba-9e9e58f2493e" providerId="AD" clId="Web-{8FF7A922-86AC-84E9-F585-4713352B3DBC}" dt="2026-04-21T07:08:33.847" v="59" actId="20577"/>
        <pc:sldMkLst>
          <pc:docMk/>
          <pc:sldMk cId="2278666063" sldId="2147474057"/>
        </pc:sldMkLst>
        <pc:spChg chg="mod">
          <ac:chgData name="서민수" userId="S::sumsoo@lgcns.com::a3d825a5-0225-4d61-95ba-9e9e58f2493e" providerId="AD" clId="Web-{8FF7A922-86AC-84E9-F585-4713352B3DBC}" dt="2026-04-21T06:48:44.555" v="31" actId="1076"/>
          <ac:spMkLst>
            <pc:docMk/>
            <pc:sldMk cId="2278666063" sldId="2147474057"/>
            <ac:spMk id="4" creationId="{FA76F793-E237-4FF1-84B3-656ECE2CC0AE}"/>
          </ac:spMkLst>
        </pc:spChg>
        <pc:spChg chg="mod">
          <ac:chgData name="서민수" userId="S::sumsoo@lgcns.com::a3d825a5-0225-4d61-95ba-9e9e58f2493e" providerId="AD" clId="Web-{8FF7A922-86AC-84E9-F585-4713352B3DBC}" dt="2026-04-21T07:08:33.847" v="59" actId="20577"/>
          <ac:spMkLst>
            <pc:docMk/>
            <pc:sldMk cId="2278666063" sldId="2147474057"/>
            <ac:spMk id="117" creationId="{6DCBA1F5-EAC5-B26A-39D7-4103F151E499}"/>
          </ac:spMkLst>
        </pc:spChg>
      </pc:sldChg>
      <pc:sldChg chg="addSp delSp modSp">
        <pc:chgData name="서민수" userId="S::sumsoo@lgcns.com::a3d825a5-0225-4d61-95ba-9e9e58f2493e" providerId="AD" clId="Web-{8FF7A922-86AC-84E9-F585-4713352B3DBC}" dt="2026-04-21T07:09:20.410" v="65" actId="20577"/>
        <pc:sldMkLst>
          <pc:docMk/>
          <pc:sldMk cId="3359490502" sldId="2147474060"/>
        </pc:sldMkLst>
        <pc:spChg chg="mod">
          <ac:chgData name="서민수" userId="S::sumsoo@lgcns.com::a3d825a5-0225-4d61-95ba-9e9e58f2493e" providerId="AD" clId="Web-{8FF7A922-86AC-84E9-F585-4713352B3DBC}" dt="2026-04-21T07:09:20.410" v="65" actId="20577"/>
          <ac:spMkLst>
            <pc:docMk/>
            <pc:sldMk cId="3359490502" sldId="2147474060"/>
            <ac:spMk id="22" creationId="{0DD1CB74-E07E-4BB4-8C2B-7368DF0B374D}"/>
          </ac:spMkLst>
        </pc:spChg>
        <pc:spChg chg="mod">
          <ac:chgData name="서민수" userId="S::sumsoo@lgcns.com::a3d825a5-0225-4d61-95ba-9e9e58f2493e" providerId="AD" clId="Web-{8FF7A922-86AC-84E9-F585-4713352B3DBC}" dt="2026-04-21T07:08:47.894" v="61" actId="20577"/>
          <ac:spMkLst>
            <pc:docMk/>
            <pc:sldMk cId="3359490502" sldId="2147474060"/>
            <ac:spMk id="117" creationId="{6DCBA1F5-EAC5-B26A-39D7-4103F151E499}"/>
          </ac:spMkLst>
        </pc:spChg>
        <pc:grpChg chg="add">
          <ac:chgData name="서민수" userId="S::sumsoo@lgcns.com::a3d825a5-0225-4d61-95ba-9e9e58f2493e" providerId="AD" clId="Web-{8FF7A922-86AC-84E9-F585-4713352B3DBC}" dt="2026-04-21T07:08:56.831" v="63"/>
          <ac:grpSpMkLst>
            <pc:docMk/>
            <pc:sldMk cId="3359490502" sldId="2147474060"/>
            <ac:grpSpMk id="46" creationId="{58CF9C11-968D-D319-B098-C8A33F1C57E6}"/>
          </ac:grpSpMkLst>
        </pc:grpChg>
        <pc:grpChg chg="del">
          <ac:chgData name="서민수" userId="S::sumsoo@lgcns.com::a3d825a5-0225-4d61-95ba-9e9e58f2493e" providerId="AD" clId="Web-{8FF7A922-86AC-84E9-F585-4713352B3DBC}" dt="2026-04-21T07:08:49.769" v="62"/>
          <ac:grpSpMkLst>
            <pc:docMk/>
            <pc:sldMk cId="3359490502" sldId="2147474060"/>
            <ac:grpSpMk id="116" creationId="{A51A5EBE-2EC3-7562-4DCA-9C424DA272DF}"/>
          </ac:grpSpMkLst>
        </pc:grpChg>
      </pc:sldChg>
    </pc:docChg>
  </pc:docChgLst>
  <pc:docChgLst>
    <pc:chgData name="전호상" userId="S::sharpmmm@lgcns.com::78eb0e35-fd4d-4b1f-9073-7cdd7491821e" providerId="AD" clId="Web-{A0992F45-9431-7FEA-151A-53C443FE9057}"/>
    <pc:docChg chg="addSld delSld modSld modSection">
      <pc:chgData name="전호상" userId="S::sharpmmm@lgcns.com::78eb0e35-fd4d-4b1f-9073-7cdd7491821e" providerId="AD" clId="Web-{A0992F45-9431-7FEA-151A-53C443FE9057}" dt="2026-04-21T06:37:44.336" v="155"/>
      <pc:docMkLst>
        <pc:docMk/>
      </pc:docMkLst>
      <pc:sldChg chg="modSp">
        <pc:chgData name="전호상" userId="S::sharpmmm@lgcns.com::78eb0e35-fd4d-4b1f-9073-7cdd7491821e" providerId="AD" clId="Web-{A0992F45-9431-7FEA-151A-53C443FE9057}" dt="2026-04-21T06:17:37.462" v="42" actId="20577"/>
        <pc:sldMkLst>
          <pc:docMk/>
          <pc:sldMk cId="2278666063" sldId="2147474057"/>
        </pc:sldMkLst>
        <pc:spChg chg="mod">
          <ac:chgData name="전호상" userId="S::sharpmmm@lgcns.com::78eb0e35-fd4d-4b1f-9073-7cdd7491821e" providerId="AD" clId="Web-{A0992F45-9431-7FEA-151A-53C443FE9057}" dt="2026-04-21T06:14:37.455" v="12" actId="20577"/>
          <ac:spMkLst>
            <pc:docMk/>
            <pc:sldMk cId="2278666063" sldId="2147474057"/>
            <ac:spMk id="233" creationId="{770938C4-F5E5-FC93-9311-2A21A8662A70}"/>
          </ac:spMkLst>
        </pc:spChg>
        <pc:spChg chg="mod">
          <ac:chgData name="전호상" userId="S::sharpmmm@lgcns.com::78eb0e35-fd4d-4b1f-9073-7cdd7491821e" providerId="AD" clId="Web-{A0992F45-9431-7FEA-151A-53C443FE9057}" dt="2026-04-21T06:14:56.642" v="15" actId="20577"/>
          <ac:spMkLst>
            <pc:docMk/>
            <pc:sldMk cId="2278666063" sldId="2147474057"/>
            <ac:spMk id="241" creationId="{69B73B08-18DB-8CB2-6A9C-B93B4E050860}"/>
          </ac:spMkLst>
        </pc:spChg>
        <pc:spChg chg="mod">
          <ac:chgData name="전호상" userId="S::sharpmmm@lgcns.com::78eb0e35-fd4d-4b1f-9073-7cdd7491821e" providerId="AD" clId="Web-{A0992F45-9431-7FEA-151A-53C443FE9057}" dt="2026-04-21T06:17:37.462" v="42" actId="20577"/>
          <ac:spMkLst>
            <pc:docMk/>
            <pc:sldMk cId="2278666063" sldId="2147474057"/>
            <ac:spMk id="263" creationId="{B9DF6D50-AF4E-3C43-CD7A-76D6DC3EDC65}"/>
          </ac:spMkLst>
        </pc:spChg>
      </pc:sldChg>
      <pc:sldChg chg="addSp delSp modSp del">
        <pc:chgData name="전호상" userId="S::sharpmmm@lgcns.com::78eb0e35-fd4d-4b1f-9073-7cdd7491821e" providerId="AD" clId="Web-{A0992F45-9431-7FEA-151A-53C443FE9057}" dt="2026-04-21T06:33:32.016" v="146"/>
        <pc:sldMkLst>
          <pc:docMk/>
          <pc:sldMk cId="1277001382" sldId="2147474058"/>
        </pc:sldMkLst>
        <pc:spChg chg="add del">
          <ac:chgData name="전호상" userId="S::sharpmmm@lgcns.com::78eb0e35-fd4d-4b1f-9073-7cdd7491821e" providerId="AD" clId="Web-{A0992F45-9431-7FEA-151A-53C443FE9057}" dt="2026-04-21T06:32:58.406" v="104"/>
          <ac:spMkLst>
            <pc:docMk/>
            <pc:sldMk cId="1277001382" sldId="2147474058"/>
            <ac:spMk id="2" creationId="{F9717951-B19D-2969-BEFE-C6D9E5830BCE}"/>
          </ac:spMkLst>
        </pc:spChg>
        <pc:spChg chg="add del">
          <ac:chgData name="전호상" userId="S::sharpmmm@lgcns.com::78eb0e35-fd4d-4b1f-9073-7cdd7491821e" providerId="AD" clId="Web-{A0992F45-9431-7FEA-151A-53C443FE9057}" dt="2026-04-21T06:32:58.406" v="105"/>
          <ac:spMkLst>
            <pc:docMk/>
            <pc:sldMk cId="1277001382" sldId="2147474058"/>
            <ac:spMk id="3" creationId="{D7623771-A15B-67EE-620C-721ED0FD58E5}"/>
          </ac:spMkLst>
        </pc:spChg>
        <pc:spChg chg="add del">
          <ac:chgData name="전호상" userId="S::sharpmmm@lgcns.com::78eb0e35-fd4d-4b1f-9073-7cdd7491821e" providerId="AD" clId="Web-{A0992F45-9431-7FEA-151A-53C443FE9057}" dt="2026-04-21T06:32:58.406" v="106"/>
          <ac:spMkLst>
            <pc:docMk/>
            <pc:sldMk cId="1277001382" sldId="2147474058"/>
            <ac:spMk id="5" creationId="{CB403D1C-39E3-4EB7-DE94-1DB27C65E152}"/>
          </ac:spMkLst>
        </pc:spChg>
        <pc:spChg chg="add del">
          <ac:chgData name="전호상" userId="S::sharpmmm@lgcns.com::78eb0e35-fd4d-4b1f-9073-7cdd7491821e" providerId="AD" clId="Web-{A0992F45-9431-7FEA-151A-53C443FE9057}" dt="2026-04-21T06:32:58.406" v="107"/>
          <ac:spMkLst>
            <pc:docMk/>
            <pc:sldMk cId="1277001382" sldId="2147474058"/>
            <ac:spMk id="9" creationId="{52210641-B7A8-A860-DC0D-0EEA13C7BED5}"/>
          </ac:spMkLst>
        </pc:spChg>
        <pc:spChg chg="add del">
          <ac:chgData name="전호상" userId="S::sharpmmm@lgcns.com::78eb0e35-fd4d-4b1f-9073-7cdd7491821e" providerId="AD" clId="Web-{A0992F45-9431-7FEA-151A-53C443FE9057}" dt="2026-04-21T06:32:58.406" v="108"/>
          <ac:spMkLst>
            <pc:docMk/>
            <pc:sldMk cId="1277001382" sldId="2147474058"/>
            <ac:spMk id="12" creationId="{0CACB0F0-72FD-1D78-BC17-C03394D7C94A}"/>
          </ac:spMkLst>
        </pc:spChg>
        <pc:spChg chg="add del">
          <ac:chgData name="전호상" userId="S::sharpmmm@lgcns.com::78eb0e35-fd4d-4b1f-9073-7cdd7491821e" providerId="AD" clId="Web-{A0992F45-9431-7FEA-151A-53C443FE9057}" dt="2026-04-21T06:32:58.406" v="109"/>
          <ac:spMkLst>
            <pc:docMk/>
            <pc:sldMk cId="1277001382" sldId="2147474058"/>
            <ac:spMk id="15" creationId="{F7CFE5D5-A377-8F39-30DE-508AC39751CC}"/>
          </ac:spMkLst>
        </pc:spChg>
        <pc:spChg chg="add del">
          <ac:chgData name="전호상" userId="S::sharpmmm@lgcns.com::78eb0e35-fd4d-4b1f-9073-7cdd7491821e" providerId="AD" clId="Web-{A0992F45-9431-7FEA-151A-53C443FE9057}" dt="2026-04-21T06:32:58.406" v="110"/>
          <ac:spMkLst>
            <pc:docMk/>
            <pc:sldMk cId="1277001382" sldId="2147474058"/>
            <ac:spMk id="16" creationId="{F7773AC8-D481-B61F-1B92-498451B7B202}"/>
          </ac:spMkLst>
        </pc:spChg>
        <pc:spChg chg="add del">
          <ac:chgData name="전호상" userId="S::sharpmmm@lgcns.com::78eb0e35-fd4d-4b1f-9073-7cdd7491821e" providerId="AD" clId="Web-{A0992F45-9431-7FEA-151A-53C443FE9057}" dt="2026-04-21T06:32:58.406" v="111"/>
          <ac:spMkLst>
            <pc:docMk/>
            <pc:sldMk cId="1277001382" sldId="2147474058"/>
            <ac:spMk id="17" creationId="{36059B76-A943-EBAF-FF9F-9C66AFF71F55}"/>
          </ac:spMkLst>
        </pc:spChg>
        <pc:spChg chg="add del">
          <ac:chgData name="전호상" userId="S::sharpmmm@lgcns.com::78eb0e35-fd4d-4b1f-9073-7cdd7491821e" providerId="AD" clId="Web-{A0992F45-9431-7FEA-151A-53C443FE9057}" dt="2026-04-21T06:32:58.406" v="112"/>
          <ac:spMkLst>
            <pc:docMk/>
            <pc:sldMk cId="1277001382" sldId="2147474058"/>
            <ac:spMk id="19" creationId="{535B14E1-2D69-222C-6D2B-30C060DC211E}"/>
          </ac:spMkLst>
        </pc:spChg>
        <pc:spChg chg="add del">
          <ac:chgData name="전호상" userId="S::sharpmmm@lgcns.com::78eb0e35-fd4d-4b1f-9073-7cdd7491821e" providerId="AD" clId="Web-{A0992F45-9431-7FEA-151A-53C443FE9057}" dt="2026-04-21T06:32:58.406" v="103"/>
          <ac:spMkLst>
            <pc:docMk/>
            <pc:sldMk cId="1277001382" sldId="2147474058"/>
            <ac:spMk id="35" creationId="{580A7E8C-5323-4C98-87B7-232FA93A3F1F}"/>
          </ac:spMkLst>
        </pc:spChg>
        <pc:spChg chg="add del">
          <ac:chgData name="전호상" userId="S::sharpmmm@lgcns.com::78eb0e35-fd4d-4b1f-9073-7cdd7491821e" providerId="AD" clId="Web-{A0992F45-9431-7FEA-151A-53C443FE9057}" dt="2026-04-21T06:32:58.391" v="95"/>
          <ac:spMkLst>
            <pc:docMk/>
            <pc:sldMk cId="1277001382" sldId="2147474058"/>
            <ac:spMk id="36" creationId="{F76ADD18-A0F7-4163-BCBE-F233029ED27C}"/>
          </ac:spMkLst>
        </pc:spChg>
        <pc:spChg chg="add del">
          <ac:chgData name="전호상" userId="S::sharpmmm@lgcns.com::78eb0e35-fd4d-4b1f-9073-7cdd7491821e" providerId="AD" clId="Web-{A0992F45-9431-7FEA-151A-53C443FE9057}" dt="2026-04-21T06:32:58.391" v="96"/>
          <ac:spMkLst>
            <pc:docMk/>
            <pc:sldMk cId="1277001382" sldId="2147474058"/>
            <ac:spMk id="37" creationId="{93DC2C4E-E76A-489C-926B-8D94109A0959}"/>
          </ac:spMkLst>
        </pc:spChg>
        <pc:spChg chg="add del">
          <ac:chgData name="전호상" userId="S::sharpmmm@lgcns.com::78eb0e35-fd4d-4b1f-9073-7cdd7491821e" providerId="AD" clId="Web-{A0992F45-9431-7FEA-151A-53C443FE9057}" dt="2026-04-21T06:32:58.391" v="97"/>
          <ac:spMkLst>
            <pc:docMk/>
            <pc:sldMk cId="1277001382" sldId="2147474058"/>
            <ac:spMk id="38" creationId="{887ADD6E-8E5A-484A-98C4-8C8E38F67B2F}"/>
          </ac:spMkLst>
        </pc:spChg>
        <pc:spChg chg="add del">
          <ac:chgData name="전호상" userId="S::sharpmmm@lgcns.com::78eb0e35-fd4d-4b1f-9073-7cdd7491821e" providerId="AD" clId="Web-{A0992F45-9431-7FEA-151A-53C443FE9057}" dt="2026-04-21T06:32:58.391" v="98"/>
          <ac:spMkLst>
            <pc:docMk/>
            <pc:sldMk cId="1277001382" sldId="2147474058"/>
            <ac:spMk id="39" creationId="{1580AB39-806D-4AA4-9A73-0D78428AECDD}"/>
          </ac:spMkLst>
        </pc:spChg>
        <pc:spChg chg="add del">
          <ac:chgData name="전호상" userId="S::sharpmmm@lgcns.com::78eb0e35-fd4d-4b1f-9073-7cdd7491821e" providerId="AD" clId="Web-{A0992F45-9431-7FEA-151A-53C443FE9057}" dt="2026-04-21T06:32:58.391" v="99"/>
          <ac:spMkLst>
            <pc:docMk/>
            <pc:sldMk cId="1277001382" sldId="2147474058"/>
            <ac:spMk id="40" creationId="{450D18B8-A0D0-42E5-BDC3-5289610EF776}"/>
          </ac:spMkLst>
        </pc:spChg>
        <pc:spChg chg="add del">
          <ac:chgData name="전호상" userId="S::sharpmmm@lgcns.com::78eb0e35-fd4d-4b1f-9073-7cdd7491821e" providerId="AD" clId="Web-{A0992F45-9431-7FEA-151A-53C443FE9057}" dt="2026-04-21T06:32:58.391" v="100"/>
          <ac:spMkLst>
            <pc:docMk/>
            <pc:sldMk cId="1277001382" sldId="2147474058"/>
            <ac:spMk id="41" creationId="{3E904461-642F-48E4-83C1-6E9BA00EC94D}"/>
          </ac:spMkLst>
        </pc:spChg>
        <pc:spChg chg="add del">
          <ac:chgData name="전호상" userId="S::sharpmmm@lgcns.com::78eb0e35-fd4d-4b1f-9073-7cdd7491821e" providerId="AD" clId="Web-{A0992F45-9431-7FEA-151A-53C443FE9057}" dt="2026-04-21T06:32:58.406" v="113"/>
          <ac:spMkLst>
            <pc:docMk/>
            <pc:sldMk cId="1277001382" sldId="2147474058"/>
            <ac:spMk id="84" creationId="{C7021201-233A-B7DF-4D75-F4BF7E26157D}"/>
          </ac:spMkLst>
        </pc:spChg>
        <pc:spChg chg="add del">
          <ac:chgData name="전호상" userId="S::sharpmmm@lgcns.com::78eb0e35-fd4d-4b1f-9073-7cdd7491821e" providerId="AD" clId="Web-{A0992F45-9431-7FEA-151A-53C443FE9057}" dt="2026-04-21T06:32:58.406" v="115"/>
          <ac:spMkLst>
            <pc:docMk/>
            <pc:sldMk cId="1277001382" sldId="2147474058"/>
            <ac:spMk id="89" creationId="{5588ABB4-864B-52F8-6A8B-A973BA399609}"/>
          </ac:spMkLst>
        </pc:spChg>
        <pc:spChg chg="add del">
          <ac:chgData name="전호상" userId="S::sharpmmm@lgcns.com::78eb0e35-fd4d-4b1f-9073-7cdd7491821e" providerId="AD" clId="Web-{A0992F45-9431-7FEA-151A-53C443FE9057}" dt="2026-04-21T06:32:58.406" v="116"/>
          <ac:spMkLst>
            <pc:docMk/>
            <pc:sldMk cId="1277001382" sldId="2147474058"/>
            <ac:spMk id="90" creationId="{DC8196F8-0A60-0830-9065-6AEBAA0E733D}"/>
          </ac:spMkLst>
        </pc:spChg>
        <pc:spChg chg="add del">
          <ac:chgData name="전호상" userId="S::sharpmmm@lgcns.com::78eb0e35-fd4d-4b1f-9073-7cdd7491821e" providerId="AD" clId="Web-{A0992F45-9431-7FEA-151A-53C443FE9057}" dt="2026-04-21T06:32:58.406" v="118"/>
          <ac:spMkLst>
            <pc:docMk/>
            <pc:sldMk cId="1277001382" sldId="2147474058"/>
            <ac:spMk id="93" creationId="{988A8636-001E-4CBE-92C7-A340186D4361}"/>
          </ac:spMkLst>
        </pc:spChg>
        <pc:spChg chg="add del">
          <ac:chgData name="전호상" userId="S::sharpmmm@lgcns.com::78eb0e35-fd4d-4b1f-9073-7cdd7491821e" providerId="AD" clId="Web-{A0992F45-9431-7FEA-151A-53C443FE9057}" dt="2026-04-21T06:32:58.406" v="119"/>
          <ac:spMkLst>
            <pc:docMk/>
            <pc:sldMk cId="1277001382" sldId="2147474058"/>
            <ac:spMk id="95" creationId="{F2AB0390-F459-E8B1-A75C-BBC23C30DF0F}"/>
          </ac:spMkLst>
        </pc:spChg>
        <pc:spChg chg="add del">
          <ac:chgData name="전호상" userId="S::sharpmmm@lgcns.com::78eb0e35-fd4d-4b1f-9073-7cdd7491821e" providerId="AD" clId="Web-{A0992F45-9431-7FEA-151A-53C443FE9057}" dt="2026-04-21T06:32:58.406" v="121"/>
          <ac:spMkLst>
            <pc:docMk/>
            <pc:sldMk cId="1277001382" sldId="2147474058"/>
            <ac:spMk id="102" creationId="{005619B4-A1E9-F8F4-BBEE-048A492EC66D}"/>
          </ac:spMkLst>
        </pc:spChg>
        <pc:spChg chg="add del">
          <ac:chgData name="전호상" userId="S::sharpmmm@lgcns.com::78eb0e35-fd4d-4b1f-9073-7cdd7491821e" providerId="AD" clId="Web-{A0992F45-9431-7FEA-151A-53C443FE9057}" dt="2026-04-21T06:32:58.406" v="123"/>
          <ac:spMkLst>
            <pc:docMk/>
            <pc:sldMk cId="1277001382" sldId="2147474058"/>
            <ac:spMk id="105" creationId="{854207E8-E9C5-50E0-5A06-ECFE8EC8B04E}"/>
          </ac:spMkLst>
        </pc:spChg>
        <pc:spChg chg="add del">
          <ac:chgData name="전호상" userId="S::sharpmmm@lgcns.com::78eb0e35-fd4d-4b1f-9073-7cdd7491821e" providerId="AD" clId="Web-{A0992F45-9431-7FEA-151A-53C443FE9057}" dt="2026-04-21T06:32:58.406" v="125"/>
          <ac:spMkLst>
            <pc:docMk/>
            <pc:sldMk cId="1277001382" sldId="2147474058"/>
            <ac:spMk id="108" creationId="{0B0DF0F6-4664-1EB8-2349-FE86522F405F}"/>
          </ac:spMkLst>
        </pc:spChg>
        <pc:spChg chg="add del">
          <ac:chgData name="전호상" userId="S::sharpmmm@lgcns.com::78eb0e35-fd4d-4b1f-9073-7cdd7491821e" providerId="AD" clId="Web-{A0992F45-9431-7FEA-151A-53C443FE9057}" dt="2026-04-21T06:32:58.406" v="126"/>
          <ac:spMkLst>
            <pc:docMk/>
            <pc:sldMk cId="1277001382" sldId="2147474058"/>
            <ac:spMk id="109" creationId="{7225051C-E747-B2D9-8B33-8681432AEBFC}"/>
          </ac:spMkLst>
        </pc:spChg>
        <pc:spChg chg="add del">
          <ac:chgData name="전호상" userId="S::sharpmmm@lgcns.com::78eb0e35-fd4d-4b1f-9073-7cdd7491821e" providerId="AD" clId="Web-{A0992F45-9431-7FEA-151A-53C443FE9057}" dt="2026-04-21T06:32:58.406" v="127"/>
          <ac:spMkLst>
            <pc:docMk/>
            <pc:sldMk cId="1277001382" sldId="2147474058"/>
            <ac:spMk id="110" creationId="{5A0BDFF8-B9B1-9A77-0AB3-EA175B269014}"/>
          </ac:spMkLst>
        </pc:spChg>
        <pc:spChg chg="add del">
          <ac:chgData name="전호상" userId="S::sharpmmm@lgcns.com::78eb0e35-fd4d-4b1f-9073-7cdd7491821e" providerId="AD" clId="Web-{A0992F45-9431-7FEA-151A-53C443FE9057}" dt="2026-04-21T06:32:58.406" v="128"/>
          <ac:spMkLst>
            <pc:docMk/>
            <pc:sldMk cId="1277001382" sldId="2147474058"/>
            <ac:spMk id="111" creationId="{4F2CDB94-05BD-3EAE-051F-EC659868AC62}"/>
          </ac:spMkLst>
        </pc:spChg>
        <pc:spChg chg="add del">
          <ac:chgData name="전호상" userId="S::sharpmmm@lgcns.com::78eb0e35-fd4d-4b1f-9073-7cdd7491821e" providerId="AD" clId="Web-{A0992F45-9431-7FEA-151A-53C443FE9057}" dt="2026-04-21T06:32:58.406" v="129"/>
          <ac:spMkLst>
            <pc:docMk/>
            <pc:sldMk cId="1277001382" sldId="2147474058"/>
            <ac:spMk id="112" creationId="{4E061B51-C7BA-A8B7-6786-EAF523499E5A}"/>
          </ac:spMkLst>
        </pc:spChg>
        <pc:spChg chg="add del">
          <ac:chgData name="전호상" userId="S::sharpmmm@lgcns.com::78eb0e35-fd4d-4b1f-9073-7cdd7491821e" providerId="AD" clId="Web-{A0992F45-9431-7FEA-151A-53C443FE9057}" dt="2026-04-21T06:32:58.406" v="130"/>
          <ac:spMkLst>
            <pc:docMk/>
            <pc:sldMk cId="1277001382" sldId="2147474058"/>
            <ac:spMk id="113" creationId="{A478F2C3-6778-960C-846E-6847CC4097BF}"/>
          </ac:spMkLst>
        </pc:spChg>
        <pc:spChg chg="add del">
          <ac:chgData name="전호상" userId="S::sharpmmm@lgcns.com::78eb0e35-fd4d-4b1f-9073-7cdd7491821e" providerId="AD" clId="Web-{A0992F45-9431-7FEA-151A-53C443FE9057}" dt="2026-04-21T06:32:58.406" v="131"/>
          <ac:spMkLst>
            <pc:docMk/>
            <pc:sldMk cId="1277001382" sldId="2147474058"/>
            <ac:spMk id="115" creationId="{4BDD8AE2-786D-E674-8C89-2457F0670E0C}"/>
          </ac:spMkLst>
        </pc:spChg>
        <pc:spChg chg="add del">
          <ac:chgData name="전호상" userId="S::sharpmmm@lgcns.com::78eb0e35-fd4d-4b1f-9073-7cdd7491821e" providerId="AD" clId="Web-{A0992F45-9431-7FEA-151A-53C443FE9057}" dt="2026-04-21T06:32:58.406" v="132"/>
          <ac:spMkLst>
            <pc:docMk/>
            <pc:sldMk cId="1277001382" sldId="2147474058"/>
            <ac:spMk id="119" creationId="{1D9E698B-38B2-A098-4501-F330DEDE1A43}"/>
          </ac:spMkLst>
        </pc:spChg>
        <pc:spChg chg="add del">
          <ac:chgData name="전호상" userId="S::sharpmmm@lgcns.com::78eb0e35-fd4d-4b1f-9073-7cdd7491821e" providerId="AD" clId="Web-{A0992F45-9431-7FEA-151A-53C443FE9057}" dt="2026-04-21T06:32:58.406" v="133"/>
          <ac:spMkLst>
            <pc:docMk/>
            <pc:sldMk cId="1277001382" sldId="2147474058"/>
            <ac:spMk id="120" creationId="{C8108E12-4673-CA2A-250D-8F676BE4E3D2}"/>
          </ac:spMkLst>
        </pc:spChg>
        <pc:spChg chg="add del">
          <ac:chgData name="전호상" userId="S::sharpmmm@lgcns.com::78eb0e35-fd4d-4b1f-9073-7cdd7491821e" providerId="AD" clId="Web-{A0992F45-9431-7FEA-151A-53C443FE9057}" dt="2026-04-21T06:32:58.406" v="134"/>
          <ac:spMkLst>
            <pc:docMk/>
            <pc:sldMk cId="1277001382" sldId="2147474058"/>
            <ac:spMk id="121" creationId="{CAB0D5AF-65AC-D795-E948-C2AB93B5DC02}"/>
          </ac:spMkLst>
        </pc:spChg>
        <pc:spChg chg="add del">
          <ac:chgData name="전호상" userId="S::sharpmmm@lgcns.com::78eb0e35-fd4d-4b1f-9073-7cdd7491821e" providerId="AD" clId="Web-{A0992F45-9431-7FEA-151A-53C443FE9057}" dt="2026-04-21T06:32:58.406" v="135"/>
          <ac:spMkLst>
            <pc:docMk/>
            <pc:sldMk cId="1277001382" sldId="2147474058"/>
            <ac:spMk id="122" creationId="{99C22ECB-11C7-82A7-194C-FE8FB3484B11}"/>
          </ac:spMkLst>
        </pc:spChg>
        <pc:spChg chg="add del">
          <ac:chgData name="전호상" userId="S::sharpmmm@lgcns.com::78eb0e35-fd4d-4b1f-9073-7cdd7491821e" providerId="AD" clId="Web-{A0992F45-9431-7FEA-151A-53C443FE9057}" dt="2026-04-21T06:32:58.406" v="136"/>
          <ac:spMkLst>
            <pc:docMk/>
            <pc:sldMk cId="1277001382" sldId="2147474058"/>
            <ac:spMk id="123" creationId="{8A5F87FE-B94C-F28A-BE4B-185636EBE842}"/>
          </ac:spMkLst>
        </pc:spChg>
        <pc:spChg chg="add del">
          <ac:chgData name="전호상" userId="S::sharpmmm@lgcns.com::78eb0e35-fd4d-4b1f-9073-7cdd7491821e" providerId="AD" clId="Web-{A0992F45-9431-7FEA-151A-53C443FE9057}" dt="2026-04-21T06:32:58.406" v="137"/>
          <ac:spMkLst>
            <pc:docMk/>
            <pc:sldMk cId="1277001382" sldId="2147474058"/>
            <ac:spMk id="124" creationId="{C966B56A-30F1-B620-0268-B6F73506E6E9}"/>
          </ac:spMkLst>
        </pc:spChg>
        <pc:spChg chg="add del">
          <ac:chgData name="전호상" userId="S::sharpmmm@lgcns.com::78eb0e35-fd4d-4b1f-9073-7cdd7491821e" providerId="AD" clId="Web-{A0992F45-9431-7FEA-151A-53C443FE9057}" dt="2026-04-21T06:32:58.406" v="138"/>
          <ac:spMkLst>
            <pc:docMk/>
            <pc:sldMk cId="1277001382" sldId="2147474058"/>
            <ac:spMk id="125" creationId="{65E1F035-7E78-F6A3-0B02-926034D5E88F}"/>
          </ac:spMkLst>
        </pc:spChg>
        <pc:spChg chg="add del">
          <ac:chgData name="전호상" userId="S::sharpmmm@lgcns.com::78eb0e35-fd4d-4b1f-9073-7cdd7491821e" providerId="AD" clId="Web-{A0992F45-9431-7FEA-151A-53C443FE9057}" dt="2026-04-21T06:32:58.406" v="140"/>
          <ac:spMkLst>
            <pc:docMk/>
            <pc:sldMk cId="1277001382" sldId="2147474058"/>
            <ac:spMk id="129" creationId="{D7F860A7-BDBE-DDB0-8FAB-39DC92EBC3F7}"/>
          </ac:spMkLst>
        </pc:spChg>
        <pc:spChg chg="add del">
          <ac:chgData name="전호상" userId="S::sharpmmm@lgcns.com::78eb0e35-fd4d-4b1f-9073-7cdd7491821e" providerId="AD" clId="Web-{A0992F45-9431-7FEA-151A-53C443FE9057}" dt="2026-04-21T06:32:58.406" v="141"/>
          <ac:spMkLst>
            <pc:docMk/>
            <pc:sldMk cId="1277001382" sldId="2147474058"/>
            <ac:spMk id="130" creationId="{86190E7E-E322-B381-039D-A4071A09234D}"/>
          </ac:spMkLst>
        </pc:spChg>
        <pc:spChg chg="add del">
          <ac:chgData name="전호상" userId="S::sharpmmm@lgcns.com::78eb0e35-fd4d-4b1f-9073-7cdd7491821e" providerId="AD" clId="Web-{A0992F45-9431-7FEA-151A-53C443FE9057}" dt="2026-04-21T06:32:58.406" v="142"/>
          <ac:spMkLst>
            <pc:docMk/>
            <pc:sldMk cId="1277001382" sldId="2147474058"/>
            <ac:spMk id="131" creationId="{E18657F7-CD5F-90C7-DE40-A6E817511179}"/>
          </ac:spMkLst>
        </pc:spChg>
        <pc:spChg chg="add del">
          <ac:chgData name="전호상" userId="S::sharpmmm@lgcns.com::78eb0e35-fd4d-4b1f-9073-7cdd7491821e" providerId="AD" clId="Web-{A0992F45-9431-7FEA-151A-53C443FE9057}" dt="2026-04-21T06:32:58.421" v="143"/>
          <ac:spMkLst>
            <pc:docMk/>
            <pc:sldMk cId="1277001382" sldId="2147474058"/>
            <ac:spMk id="132" creationId="{859E9576-8B1A-61E1-AE18-3212B86374CA}"/>
          </ac:spMkLst>
        </pc:spChg>
        <pc:spChg chg="add del">
          <ac:chgData name="전호상" userId="S::sharpmmm@lgcns.com::78eb0e35-fd4d-4b1f-9073-7cdd7491821e" providerId="AD" clId="Web-{A0992F45-9431-7FEA-151A-53C443FE9057}" dt="2026-04-21T06:32:58.421" v="144"/>
          <ac:spMkLst>
            <pc:docMk/>
            <pc:sldMk cId="1277001382" sldId="2147474058"/>
            <ac:spMk id="133" creationId="{B9FAD051-18E0-110D-A188-46D26C4F1891}"/>
          </ac:spMkLst>
        </pc:spChg>
        <pc:grpChg chg="add del">
          <ac:chgData name="전호상" userId="S::sharpmmm@lgcns.com::78eb0e35-fd4d-4b1f-9073-7cdd7491821e" providerId="AD" clId="Web-{A0992F45-9431-7FEA-151A-53C443FE9057}" dt="2026-04-21T06:32:58.391" v="102"/>
          <ac:grpSpMkLst>
            <pc:docMk/>
            <pc:sldMk cId="1277001382" sldId="2147474058"/>
            <ac:grpSpMk id="20" creationId="{BB6B3711-7F61-4065-AA43-D7D1F47799AD}"/>
          </ac:grpSpMkLst>
        </pc:grpChg>
        <pc:grpChg chg="add del">
          <ac:chgData name="전호상" userId="S::sharpmmm@lgcns.com::78eb0e35-fd4d-4b1f-9073-7cdd7491821e" providerId="AD" clId="Web-{A0992F45-9431-7FEA-151A-53C443FE9057}" dt="2026-04-21T06:32:58.391" v="101"/>
          <ac:grpSpMkLst>
            <pc:docMk/>
            <pc:sldMk cId="1277001382" sldId="2147474058"/>
            <ac:grpSpMk id="116" creationId="{A51A5EBE-2EC3-7562-4DCA-9C424DA272DF}"/>
          </ac:grpSpMkLst>
        </pc:grpChg>
        <pc:graphicFrameChg chg="add del">
          <ac:chgData name="전호상" userId="S::sharpmmm@lgcns.com::78eb0e35-fd4d-4b1f-9073-7cdd7491821e" providerId="AD" clId="Web-{A0992F45-9431-7FEA-151A-53C443FE9057}" dt="2026-04-21T06:32:58.406" v="139"/>
          <ac:graphicFrameMkLst>
            <pc:docMk/>
            <pc:sldMk cId="1277001382" sldId="2147474058"/>
            <ac:graphicFrameMk id="128" creationId="{9FFAE785-B36A-47CF-3070-0E212F7BC61D}"/>
          </ac:graphicFrameMkLst>
        </pc:graphicFrameChg>
        <pc:picChg chg="add del mod">
          <ac:chgData name="전호상" userId="S::sharpmmm@lgcns.com::78eb0e35-fd4d-4b1f-9073-7cdd7491821e" providerId="AD" clId="Web-{A0992F45-9431-7FEA-151A-53C443FE9057}" dt="2026-04-21T06:32:56.437" v="94"/>
          <ac:picMkLst>
            <pc:docMk/>
            <pc:sldMk cId="1277001382" sldId="2147474058"/>
            <ac:picMk id="6" creationId="{CCB7F1AF-4A64-44F2-8CD0-E0F94AA9995D}"/>
          </ac:picMkLst>
        </pc:picChg>
        <pc:cxnChg chg="add del mod">
          <ac:chgData name="전호상" userId="S::sharpmmm@lgcns.com::78eb0e35-fd4d-4b1f-9073-7cdd7491821e" providerId="AD" clId="Web-{A0992F45-9431-7FEA-151A-53C443FE9057}" dt="2026-04-21T06:32:58.406" v="114"/>
          <ac:cxnSpMkLst>
            <pc:docMk/>
            <pc:sldMk cId="1277001382" sldId="2147474058"/>
            <ac:cxnSpMk id="87" creationId="{C493E9EE-207B-6E77-14DD-24D471331E48}"/>
          </ac:cxnSpMkLst>
        </pc:cxnChg>
        <pc:cxnChg chg="add del mod">
          <ac:chgData name="전호상" userId="S::sharpmmm@lgcns.com::78eb0e35-fd4d-4b1f-9073-7cdd7491821e" providerId="AD" clId="Web-{A0992F45-9431-7FEA-151A-53C443FE9057}" dt="2026-04-21T06:32:58.406" v="117"/>
          <ac:cxnSpMkLst>
            <pc:docMk/>
            <pc:sldMk cId="1277001382" sldId="2147474058"/>
            <ac:cxnSpMk id="92" creationId="{C1BEB21E-E75B-99A2-9321-5D7C92339B95}"/>
          </ac:cxnSpMkLst>
        </pc:cxnChg>
        <pc:cxnChg chg="add del mod">
          <ac:chgData name="전호상" userId="S::sharpmmm@lgcns.com::78eb0e35-fd4d-4b1f-9073-7cdd7491821e" providerId="AD" clId="Web-{A0992F45-9431-7FEA-151A-53C443FE9057}" dt="2026-04-21T06:32:58.406" v="120"/>
          <ac:cxnSpMkLst>
            <pc:docMk/>
            <pc:sldMk cId="1277001382" sldId="2147474058"/>
            <ac:cxnSpMk id="101" creationId="{DBA200FE-3DC6-7F95-AACE-93871FE653FD}"/>
          </ac:cxnSpMkLst>
        </pc:cxnChg>
        <pc:cxnChg chg="add del mod">
          <ac:chgData name="전호상" userId="S::sharpmmm@lgcns.com::78eb0e35-fd4d-4b1f-9073-7cdd7491821e" providerId="AD" clId="Web-{A0992F45-9431-7FEA-151A-53C443FE9057}" dt="2026-04-21T06:32:58.406" v="122"/>
          <ac:cxnSpMkLst>
            <pc:docMk/>
            <pc:sldMk cId="1277001382" sldId="2147474058"/>
            <ac:cxnSpMk id="104" creationId="{F658B8EA-DAF5-8252-073B-6F36A297F2E2}"/>
          </ac:cxnSpMkLst>
        </pc:cxnChg>
        <pc:cxnChg chg="add del mod">
          <ac:chgData name="전호상" userId="S::sharpmmm@lgcns.com::78eb0e35-fd4d-4b1f-9073-7cdd7491821e" providerId="AD" clId="Web-{A0992F45-9431-7FEA-151A-53C443FE9057}" dt="2026-04-21T06:32:58.406" v="124"/>
          <ac:cxnSpMkLst>
            <pc:docMk/>
            <pc:sldMk cId="1277001382" sldId="2147474058"/>
            <ac:cxnSpMk id="107" creationId="{8883121D-1482-6CC5-4693-46F1AFC0EBC3}"/>
          </ac:cxnSpMkLst>
        </pc:cxnChg>
      </pc:sldChg>
      <pc:sldChg chg="delSp add">
        <pc:chgData name="전호상" userId="S::sharpmmm@lgcns.com::78eb0e35-fd4d-4b1f-9073-7cdd7491821e" providerId="AD" clId="Web-{A0992F45-9431-7FEA-151A-53C443FE9057}" dt="2026-04-21T06:37:44.336" v="155"/>
        <pc:sldMkLst>
          <pc:docMk/>
          <pc:sldMk cId="3359490502" sldId="2147474060"/>
        </pc:sldMkLst>
        <pc:spChg chg="del">
          <ac:chgData name="전호상" userId="S::sharpmmm@lgcns.com::78eb0e35-fd4d-4b1f-9073-7cdd7491821e" providerId="AD" clId="Web-{A0992F45-9431-7FEA-151A-53C443FE9057}" dt="2026-04-21T06:37:44.336" v="155"/>
          <ac:spMkLst>
            <pc:docMk/>
            <pc:sldMk cId="3359490502" sldId="2147474060"/>
            <ac:spMk id="24" creationId="{CAA8CF68-504A-4BE0-BD9E-730FDE71C1E2}"/>
          </ac:spMkLst>
        </pc:spChg>
        <pc:spChg chg="del">
          <ac:chgData name="전호상" userId="S::sharpmmm@lgcns.com::78eb0e35-fd4d-4b1f-9073-7cdd7491821e" providerId="AD" clId="Web-{A0992F45-9431-7FEA-151A-53C443FE9057}" dt="2026-04-21T06:37:44.336" v="154"/>
          <ac:spMkLst>
            <pc:docMk/>
            <pc:sldMk cId="3359490502" sldId="2147474060"/>
            <ac:spMk id="25" creationId="{2DA521B5-E417-4ABD-BFFE-63EF0DE3E6BD}"/>
          </ac:spMkLst>
        </pc:spChg>
        <pc:spChg chg="del">
          <ac:chgData name="전호상" userId="S::sharpmmm@lgcns.com::78eb0e35-fd4d-4b1f-9073-7cdd7491821e" providerId="AD" clId="Web-{A0992F45-9431-7FEA-151A-53C443FE9057}" dt="2026-04-21T06:37:44.336" v="153"/>
          <ac:spMkLst>
            <pc:docMk/>
            <pc:sldMk cId="3359490502" sldId="2147474060"/>
            <ac:spMk id="26" creationId="{3AE1C5B5-5300-41C7-B025-E29F6CB7B151}"/>
          </ac:spMkLst>
        </pc:spChg>
        <pc:spChg chg="del">
          <ac:chgData name="전호상" userId="S::sharpmmm@lgcns.com::78eb0e35-fd4d-4b1f-9073-7cdd7491821e" providerId="AD" clId="Web-{A0992F45-9431-7FEA-151A-53C443FE9057}" dt="2026-04-21T06:37:44.336" v="152"/>
          <ac:spMkLst>
            <pc:docMk/>
            <pc:sldMk cId="3359490502" sldId="2147474060"/>
            <ac:spMk id="27" creationId="{F8947BD2-E998-4C68-8657-4CBA8F0890DB}"/>
          </ac:spMkLst>
        </pc:spChg>
        <pc:spChg chg="del">
          <ac:chgData name="전호상" userId="S::sharpmmm@lgcns.com::78eb0e35-fd4d-4b1f-9073-7cdd7491821e" providerId="AD" clId="Web-{A0992F45-9431-7FEA-151A-53C443FE9057}" dt="2026-04-21T06:37:44.336" v="151"/>
          <ac:spMkLst>
            <pc:docMk/>
            <pc:sldMk cId="3359490502" sldId="2147474060"/>
            <ac:spMk id="28" creationId="{FBF934F1-5373-468F-8A32-4E5ABFC8E1FB}"/>
          </ac:spMkLst>
        </pc:spChg>
        <pc:spChg chg="del">
          <ac:chgData name="전호상" userId="S::sharpmmm@lgcns.com::78eb0e35-fd4d-4b1f-9073-7cdd7491821e" providerId="AD" clId="Web-{A0992F45-9431-7FEA-151A-53C443FE9057}" dt="2026-04-21T06:37:44.336" v="150"/>
          <ac:spMkLst>
            <pc:docMk/>
            <pc:sldMk cId="3359490502" sldId="2147474060"/>
            <ac:spMk id="29" creationId="{D45D8E03-580C-44B5-AD0C-F219A8998F9D}"/>
          </ac:spMkLst>
        </pc:spChg>
        <pc:spChg chg="del">
          <ac:chgData name="전호상" userId="S::sharpmmm@lgcns.com::78eb0e35-fd4d-4b1f-9073-7cdd7491821e" providerId="AD" clId="Web-{A0992F45-9431-7FEA-151A-53C443FE9057}" dt="2026-04-21T06:37:44.336" v="148"/>
          <ac:spMkLst>
            <pc:docMk/>
            <pc:sldMk cId="3359490502" sldId="2147474060"/>
            <ac:spMk id="33" creationId="{979370BA-780A-451F-A7B3-20739AAA0A88}"/>
          </ac:spMkLst>
        </pc:spChg>
        <pc:spChg chg="del">
          <ac:chgData name="전호상" userId="S::sharpmmm@lgcns.com::78eb0e35-fd4d-4b1f-9073-7cdd7491821e" providerId="AD" clId="Web-{A0992F45-9431-7FEA-151A-53C443FE9057}" dt="2026-04-21T06:37:44.336" v="147"/>
          <ac:spMkLst>
            <pc:docMk/>
            <pc:sldMk cId="3359490502" sldId="2147474060"/>
            <ac:spMk id="34" creationId="{4E0E942F-DDB1-4202-822D-DB36FB0F3C3D}"/>
          </ac:spMkLst>
        </pc:spChg>
        <pc:grpChg chg="del">
          <ac:chgData name="전호상" userId="S::sharpmmm@lgcns.com::78eb0e35-fd4d-4b1f-9073-7cdd7491821e" providerId="AD" clId="Web-{A0992F45-9431-7FEA-151A-53C443FE9057}" dt="2026-04-21T06:37:44.336" v="149"/>
          <ac:grpSpMkLst>
            <pc:docMk/>
            <pc:sldMk cId="3359490502" sldId="2147474060"/>
            <ac:grpSpMk id="30" creationId="{3B6A0629-A578-48B6-A4DF-368D4E151BD7}"/>
          </ac:grpSpMkLst>
        </pc:gr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59C44999-7883-645D-C40C-D7FC989314E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8B9E646-A01F-5426-569A-DC66476580B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6038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8439FB-C48C-4318-93F6-E12DCDA03CED}" type="datetimeFigureOut">
              <a:rPr lang="ko-KR" altLang="en-US" smtClean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2026-04-22</a:t>
            </a:fld>
            <a:endParaRPr lang="ko-KR" altLang="en-US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5E82C0D-ED07-5B05-2C5B-8B565D206E7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40863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0A9144B-7BBA-E25B-5BF9-F62B9A7940C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6038" y="9440863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180605-3CAF-49EF-9882-A849479993C2}" type="slidenum">
              <a:rPr lang="ko-KR" altLang="en-US" smtClean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‹#›</a:t>
            </a:fld>
            <a:endParaRPr lang="ko-KR" altLang="en-US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26495591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3130" userDrawn="1">
          <p15:clr>
            <a:srgbClr val="F26B43"/>
          </p15:clr>
        </p15:guide>
        <p15:guide id="2" pos="2144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6038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fld id="{20423AE5-8061-44F5-9FAB-AD093E27E14E}" type="datetimeFigureOut">
              <a:rPr lang="ko-KR" altLang="en-US" smtClean="0"/>
              <a:pPr/>
              <a:t>2026-04-22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3013"/>
            <a:ext cx="48450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1038" y="4783138"/>
            <a:ext cx="5445125" cy="39131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863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6038" y="9440863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fld id="{5D807430-8565-47CF-8D13-2CED9234824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31268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oPub돋움체 Medium" panose="00000600000000000000" pitchFamily="2" charset="-127"/>
        <a:ea typeface="KoPub돋움체 Medium" panose="00000600000000000000" pitchFamily="2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KoPub돋움체 Medium" panose="00000600000000000000" pitchFamily="2" charset="-127"/>
        <a:ea typeface="KoPub돋움체 Medium" panose="00000600000000000000" pitchFamily="2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KoPub돋움체 Medium" panose="00000600000000000000" pitchFamily="2" charset="-127"/>
        <a:ea typeface="KoPub돋움체 Medium" panose="00000600000000000000" pitchFamily="2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KoPub돋움체 Medium" panose="00000600000000000000" pitchFamily="2" charset="-127"/>
        <a:ea typeface="KoPub돋움체 Medium" panose="00000600000000000000" pitchFamily="2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KoPub돋움체 Medium" panose="00000600000000000000" pitchFamily="2" charset="-127"/>
        <a:ea typeface="KoPub돋움체 Medium" panose="00000600000000000000" pitchFamily="2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807430-8565-47CF-8D13-2CED92348248}" type="slidenum">
              <a:rPr lang="ko-KR" altLang="en-US" smtClean="0"/>
              <a:pPr/>
              <a:t>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61785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807430-8565-47CF-8D13-2CED92348248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61671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Ⅰ. 제안사 일반현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2319337F-B8AB-6AA9-E7B4-12394DA1226B}"/>
              </a:ext>
            </a:extLst>
          </p:cNvPr>
          <p:cNvGrpSpPr/>
          <p:nvPr userDrawn="1"/>
        </p:nvGrpSpPr>
        <p:grpSpPr>
          <a:xfrm>
            <a:off x="363052" y="1022905"/>
            <a:ext cx="289642" cy="709614"/>
            <a:chOff x="132465" y="1022905"/>
            <a:chExt cx="289642" cy="709614"/>
          </a:xfrm>
        </p:grpSpPr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FFD28DD9-B0CB-A984-3C42-3728F3B793BF}"/>
                </a:ext>
              </a:extLst>
            </p:cNvPr>
            <p:cNvGrpSpPr/>
            <p:nvPr/>
          </p:nvGrpSpPr>
          <p:grpSpPr>
            <a:xfrm>
              <a:off x="211623" y="1279048"/>
              <a:ext cx="210484" cy="204312"/>
              <a:chOff x="240030" y="1301691"/>
              <a:chExt cx="163830" cy="159026"/>
            </a:xfrm>
          </p:grpSpPr>
          <p:sp>
            <p:nvSpPr>
              <p:cNvPr id="12" name="타원 11">
                <a:extLst>
                  <a:ext uri="{FF2B5EF4-FFF2-40B4-BE49-F238E27FC236}">
                    <a16:creationId xmlns:a16="http://schemas.microsoft.com/office/drawing/2014/main" id="{7F264CD1-C96F-2712-CEA4-34837C1F2B75}"/>
                  </a:ext>
                </a:extLst>
              </p:cNvPr>
              <p:cNvSpPr/>
              <p:nvPr/>
            </p:nvSpPr>
            <p:spPr>
              <a:xfrm>
                <a:off x="240030" y="1301691"/>
                <a:ext cx="163830" cy="159026"/>
              </a:xfrm>
              <a:prstGeom prst="ellipse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 w="1016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indent="-177800" algn="l">
                  <a:spcBef>
                    <a:spcPts val="300"/>
                  </a:spcBef>
                  <a:buFont typeface="Arial" panose="020B0604020202020204" pitchFamily="34" charset="0"/>
                  <a:buChar char="•"/>
                </a:pPr>
                <a:endParaRPr lang="ko-KR" altLang="en-US" sz="900" spc="-100">
                  <a:ln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Light" panose="02020603020101020101" pitchFamily="18" charset="-127"/>
                  <a:ea typeface="KoPub돋움체 Light" panose="02020603020101020101" pitchFamily="18" charset="-127"/>
                </a:endParaRPr>
              </a:p>
            </p:txBody>
          </p:sp>
          <p:sp>
            <p:nvSpPr>
              <p:cNvPr id="13" name="이등변 삼각형 12">
                <a:extLst>
                  <a:ext uri="{FF2B5EF4-FFF2-40B4-BE49-F238E27FC236}">
                    <a16:creationId xmlns:a16="http://schemas.microsoft.com/office/drawing/2014/main" id="{7AEE8CFE-64F6-ADD3-BA25-A1951B926CB9}"/>
                  </a:ext>
                </a:extLst>
              </p:cNvPr>
              <p:cNvSpPr/>
              <p:nvPr/>
            </p:nvSpPr>
            <p:spPr>
              <a:xfrm rot="5400000">
                <a:off x="313252" y="1354033"/>
                <a:ext cx="61858" cy="54342"/>
              </a:xfrm>
              <a:prstGeom prst="triangle">
                <a:avLst/>
              </a:prstGeom>
              <a:solidFill>
                <a:schemeClr val="bg1"/>
              </a:solidFill>
              <a:ln w="1016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indent="-177800" algn="l">
                  <a:spcBef>
                    <a:spcPts val="300"/>
                  </a:spcBef>
                  <a:buFont typeface="Arial" panose="020B0604020202020204" pitchFamily="34" charset="0"/>
                  <a:buChar char="•"/>
                </a:pPr>
                <a:endParaRPr lang="ko-KR" altLang="en-US" sz="900" spc="-100">
                  <a:ln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Light" panose="02020603020101020101" pitchFamily="18" charset="-127"/>
                  <a:ea typeface="KoPub돋움체 Light" panose="02020603020101020101" pitchFamily="18" charset="-127"/>
                </a:endParaRPr>
              </a:p>
            </p:txBody>
          </p:sp>
        </p:grp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73A11FCD-7840-B9D9-ACE1-2C73B52CD773}"/>
                </a:ext>
              </a:extLst>
            </p:cNvPr>
            <p:cNvSpPr/>
            <p:nvPr/>
          </p:nvSpPr>
          <p:spPr>
            <a:xfrm>
              <a:off x="132465" y="1022905"/>
              <a:ext cx="162810" cy="709614"/>
            </a:xfrm>
            <a:prstGeom prst="rect">
              <a:avLst/>
            </a:prstGeom>
            <a:solidFill>
              <a:schemeClr val="bg1"/>
            </a:solidFill>
            <a:ln w="1016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indent="-177800" algn="l">
                <a:spcBef>
                  <a:spcPts val="300"/>
                </a:spcBef>
                <a:buFont typeface="Arial" panose="020B0604020202020204" pitchFamily="34" charset="0"/>
                <a:buChar char="•"/>
              </a:pPr>
              <a:endParaRPr lang="ko-KR" altLang="en-US" sz="900" spc="-10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endParaRPr>
            </a:p>
          </p:txBody>
        </p:sp>
        <p:sp>
          <p:nvSpPr>
            <p:cNvPr id="11" name="자유형: 도형 10">
              <a:extLst>
                <a:ext uri="{FF2B5EF4-FFF2-40B4-BE49-F238E27FC236}">
                  <a16:creationId xmlns:a16="http://schemas.microsoft.com/office/drawing/2014/main" id="{1EAE6595-116D-159A-234D-686929705D62}"/>
                </a:ext>
              </a:extLst>
            </p:cNvPr>
            <p:cNvSpPr/>
            <p:nvPr/>
          </p:nvSpPr>
          <p:spPr>
            <a:xfrm>
              <a:off x="300941" y="1069621"/>
              <a:ext cx="0" cy="609184"/>
            </a:xfrm>
            <a:custGeom>
              <a:avLst/>
              <a:gdLst>
                <a:gd name="connsiteX0" fmla="*/ 0 w 0"/>
                <a:gd name="connsiteY0" fmla="*/ 0 h 509286"/>
                <a:gd name="connsiteX1" fmla="*/ 0 w 0"/>
                <a:gd name="connsiteY1" fmla="*/ 509286 h 509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509286">
                  <a:moveTo>
                    <a:pt x="0" y="0"/>
                  </a:moveTo>
                  <a:lnTo>
                    <a:pt x="0" y="509286"/>
                  </a:lnTo>
                </a:path>
              </a:pathLst>
            </a:custGeom>
            <a:noFill/>
            <a:ln w="19050">
              <a:gradFill flip="none" rotWithShape="1"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54000">
                    <a:schemeClr val="tx2">
                      <a:lumMod val="40000"/>
                      <a:lumOff val="60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DF89D70-9FE4-DFC0-B96B-589B40992AC7}"/>
              </a:ext>
            </a:extLst>
          </p:cNvPr>
          <p:cNvSpPr/>
          <p:nvPr userDrawn="1"/>
        </p:nvSpPr>
        <p:spPr>
          <a:xfrm>
            <a:off x="-600" y="0"/>
            <a:ext cx="9907200" cy="60960"/>
          </a:xfrm>
          <a:prstGeom prst="rect">
            <a:avLst/>
          </a:prstGeom>
          <a:solidFill>
            <a:srgbClr val="E4E9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endParaRPr kumimoji="1" lang="ko-KR" altLang="en-US" sz="1300" b="1">
              <a:ln>
                <a:solidFill>
                  <a:srgbClr val="DE202F">
                    <a:alpha val="0"/>
                  </a:srgbClr>
                </a:solidFill>
              </a:ln>
              <a:solidFill>
                <a:prstClr val="white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5A6021A-74A9-C4AC-E7B1-42F18B9C0CCC}"/>
              </a:ext>
            </a:extLst>
          </p:cNvPr>
          <p:cNvSpPr/>
          <p:nvPr userDrawn="1"/>
        </p:nvSpPr>
        <p:spPr>
          <a:xfrm>
            <a:off x="525000" y="944360"/>
            <a:ext cx="8856000" cy="45719"/>
          </a:xfrm>
          <a:prstGeom prst="rect">
            <a:avLst/>
          </a:prstGeom>
          <a:solidFill>
            <a:srgbClr val="E3E7EC"/>
          </a:solidFill>
          <a:ln w="3175">
            <a:noFill/>
          </a:ln>
          <a:effectLst/>
        </p:spPr>
        <p:txBody>
          <a:bodyPr wrap="none" anchor="ctr"/>
          <a:lstStyle/>
          <a:p>
            <a:pPr lvl="0" algn="ctr" defTabSz="509504" latinLnBrk="0">
              <a:spcBef>
                <a:spcPts val="0"/>
              </a:spcBef>
              <a:spcAft>
                <a:spcPts val="0"/>
              </a:spcAft>
            </a:pPr>
            <a:endParaRPr lang="ko-KR" altLang="en-US" spc="-3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C2D16F69-9919-8A3F-06A2-8AD65C18FF5D}"/>
              </a:ext>
            </a:extLst>
          </p:cNvPr>
          <p:cNvSpPr/>
          <p:nvPr/>
        </p:nvSpPr>
        <p:spPr>
          <a:xfrm>
            <a:off x="497284" y="-479"/>
            <a:ext cx="387264" cy="859230"/>
          </a:xfrm>
          <a:prstGeom prst="rect">
            <a:avLst/>
          </a:prstGeom>
          <a:solidFill>
            <a:srgbClr val="2770A8"/>
          </a:solidFill>
          <a:ln w="1016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-177800" algn="l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ko-KR" altLang="en-US" sz="900" spc="-10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tx1"/>
              </a:solidFill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C8E5C8B9-B286-5E3E-BB4E-A8A2DABE24A5}"/>
              </a:ext>
            </a:extLst>
          </p:cNvPr>
          <p:cNvGrpSpPr/>
          <p:nvPr userDrawn="1"/>
        </p:nvGrpSpPr>
        <p:grpSpPr>
          <a:xfrm>
            <a:off x="8040062" y="0"/>
            <a:ext cx="301641" cy="323950"/>
            <a:chOff x="7332347" y="0"/>
            <a:chExt cx="301641" cy="323950"/>
          </a:xfrm>
        </p:grpSpPr>
        <p:cxnSp>
          <p:nvCxnSpPr>
            <p:cNvPr id="47" name="직선 연결선 46">
              <a:extLst>
                <a:ext uri="{FF2B5EF4-FFF2-40B4-BE49-F238E27FC236}">
                  <a16:creationId xmlns:a16="http://schemas.microsoft.com/office/drawing/2014/main" id="{4E15B4AB-12A1-FC4C-DAE7-C8F503FA9925}"/>
                </a:ext>
              </a:extLst>
            </p:cNvPr>
            <p:cNvCxnSpPr/>
            <p:nvPr userDrawn="1"/>
          </p:nvCxnSpPr>
          <p:spPr bwMode="auto">
            <a:xfrm>
              <a:off x="7332347" y="0"/>
              <a:ext cx="0" cy="323950"/>
            </a:xfrm>
            <a:prstGeom prst="line">
              <a:avLst/>
            </a:prstGeom>
            <a:noFill/>
            <a:ln w="3175" cap="flat" cmpd="sng" algn="ctr">
              <a:solidFill>
                <a:srgbClr val="505F68">
                  <a:alpha val="18000"/>
                </a:srgbClr>
              </a:solidFill>
              <a:prstDash val="solid"/>
            </a:ln>
            <a:effectLst/>
          </p:spPr>
        </p:cxn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A5754A79-0A7F-7537-8CAD-403BC1600C8A}"/>
                </a:ext>
              </a:extLst>
            </p:cNvPr>
            <p:cNvSpPr/>
            <p:nvPr userDrawn="1"/>
          </p:nvSpPr>
          <p:spPr>
            <a:xfrm>
              <a:off x="7397941" y="175526"/>
              <a:ext cx="236047" cy="1384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  <a:scene3d>
                <a:camera prst="orthographicFront"/>
                <a:lightRig rig="threePt" dir="t"/>
              </a:scene3d>
              <a:sp3d>
                <a:bevelT w="0" h="12700"/>
              </a:sp3d>
            </a:bodyPr>
            <a:lstStyle/>
            <a:p>
              <a:pPr defTabSz="1296776">
                <a:spcBef>
                  <a:spcPct val="20000"/>
                </a:spcBef>
                <a:buClr>
                  <a:srgbClr val="447FC1"/>
                </a:buClr>
                <a:defRPr/>
              </a:pPr>
              <a:r>
                <a:rPr lang="en-US" altLang="ko-KR" sz="900">
                  <a:ln w="1270">
                    <a:noFill/>
                  </a:ln>
                  <a:solidFill>
                    <a:schemeClr val="tx2">
                      <a:lumMod val="60000"/>
                      <a:lumOff val="40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Pretendard SemiBold" panose="02000703000000020004" pitchFamily="50" charset="-127"/>
                </a:rPr>
                <a:t>Ⅱ</a:t>
              </a:r>
            </a:p>
          </p:txBody>
        </p: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85B7E63B-B3C0-CACB-2B0E-D8D121A4A24D}"/>
              </a:ext>
            </a:extLst>
          </p:cNvPr>
          <p:cNvGrpSpPr/>
          <p:nvPr userDrawn="1"/>
        </p:nvGrpSpPr>
        <p:grpSpPr>
          <a:xfrm>
            <a:off x="6736810" y="0"/>
            <a:ext cx="1306800" cy="323950"/>
            <a:chOff x="8454194" y="0"/>
            <a:chExt cx="1306800" cy="323950"/>
          </a:xfrm>
        </p:grpSpPr>
        <p:cxnSp>
          <p:nvCxnSpPr>
            <p:cNvPr id="40" name="직선 연결선 39">
              <a:extLst>
                <a:ext uri="{FF2B5EF4-FFF2-40B4-BE49-F238E27FC236}">
                  <a16:creationId xmlns:a16="http://schemas.microsoft.com/office/drawing/2014/main" id="{86CD941A-9B78-0DD4-A76D-438FA9C9768D}"/>
                </a:ext>
              </a:extLst>
            </p:cNvPr>
            <p:cNvCxnSpPr>
              <a:cxnSpLocks/>
            </p:cNvCxnSpPr>
            <p:nvPr userDrawn="1"/>
          </p:nvCxnSpPr>
          <p:spPr bwMode="auto">
            <a:xfrm>
              <a:off x="8454196" y="0"/>
              <a:ext cx="0" cy="323950"/>
            </a:xfrm>
            <a:prstGeom prst="line">
              <a:avLst/>
            </a:prstGeom>
            <a:noFill/>
            <a:ln w="3175" cap="flat" cmpd="sng" algn="ctr">
              <a:solidFill>
                <a:schemeClr val="tx2">
                  <a:lumMod val="60000"/>
                  <a:lumOff val="40000"/>
                </a:schemeClr>
              </a:solidFill>
              <a:prstDash val="solid"/>
            </a:ln>
            <a:effectLst/>
          </p:spPr>
        </p:cxn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792D9020-197A-C5EE-0AFA-814562305C4B}"/>
                </a:ext>
              </a:extLst>
            </p:cNvPr>
            <p:cNvSpPr/>
            <p:nvPr userDrawn="1"/>
          </p:nvSpPr>
          <p:spPr>
            <a:xfrm>
              <a:off x="8506569" y="175526"/>
              <a:ext cx="593251" cy="1384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  <a:flatTx/>
            </a:bodyPr>
            <a:lstStyle/>
            <a:p>
              <a:pPr defTabSz="1296776">
                <a:spcBef>
                  <a:spcPct val="20000"/>
                </a:spcBef>
                <a:buClr>
                  <a:srgbClr val="447FC1"/>
                </a:buClr>
                <a:defRPr/>
              </a:pPr>
              <a:r>
                <a:rPr lang="en-US" altLang="ko-KR" sz="1000">
                  <a:ln w="1270">
                    <a:solidFill>
                      <a:srgbClr val="00B9F2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Pretendard SemiBold" panose="02000703000000020004" pitchFamily="50" charset="-127"/>
                </a:rPr>
                <a:t>Ⅰ.</a:t>
              </a:r>
              <a:r>
                <a:rPr lang="ko-KR" altLang="en-US" sz="1000">
                  <a:ln w="1270">
                    <a:solidFill>
                      <a:srgbClr val="00B9F2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Pretendard SemiBold" panose="02000703000000020004" pitchFamily="50" charset="-127"/>
                </a:rPr>
                <a:t> 제안사 일반현황</a:t>
              </a:r>
              <a:endParaRPr lang="en-US" altLang="ko-KR" sz="1000">
                <a:ln w="1270">
                  <a:solidFill>
                    <a:srgbClr val="00B9F2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Pretendard SemiBold" panose="02000703000000020004" pitchFamily="50" charset="-127"/>
              </a:endParaRPr>
            </a:p>
          </p:txBody>
        </p:sp>
        <p:sp>
          <p:nvSpPr>
            <p:cNvPr id="44" name="자유형: 도형 43">
              <a:extLst>
                <a:ext uri="{FF2B5EF4-FFF2-40B4-BE49-F238E27FC236}">
                  <a16:creationId xmlns:a16="http://schemas.microsoft.com/office/drawing/2014/main" id="{B815AA30-31E8-41B3-D73D-D00BB20B4DA9}"/>
                </a:ext>
              </a:extLst>
            </p:cNvPr>
            <p:cNvSpPr/>
            <p:nvPr userDrawn="1"/>
          </p:nvSpPr>
          <p:spPr>
            <a:xfrm>
              <a:off x="8454194" y="0"/>
              <a:ext cx="1306800" cy="60960"/>
            </a:xfrm>
            <a:custGeom>
              <a:avLst/>
              <a:gdLst>
                <a:gd name="connsiteX0" fmla="*/ 0 w 1451804"/>
                <a:gd name="connsiteY0" fmla="*/ 0 h 60960"/>
                <a:gd name="connsiteX1" fmla="*/ 314325 w 1451804"/>
                <a:gd name="connsiteY1" fmla="*/ 0 h 60960"/>
                <a:gd name="connsiteX2" fmla="*/ 1137479 w 1451804"/>
                <a:gd name="connsiteY2" fmla="*/ 0 h 60960"/>
                <a:gd name="connsiteX3" fmla="*/ 1451804 w 1451804"/>
                <a:gd name="connsiteY3" fmla="*/ 0 h 60960"/>
                <a:gd name="connsiteX4" fmla="*/ 1451804 w 1451804"/>
                <a:gd name="connsiteY4" fmla="*/ 60960 h 60960"/>
                <a:gd name="connsiteX5" fmla="*/ 1137479 w 1451804"/>
                <a:gd name="connsiteY5" fmla="*/ 60960 h 60960"/>
                <a:gd name="connsiteX6" fmla="*/ 314325 w 1451804"/>
                <a:gd name="connsiteY6" fmla="*/ 60960 h 60960"/>
                <a:gd name="connsiteX7" fmla="*/ 0 w 1451804"/>
                <a:gd name="connsiteY7" fmla="*/ 60960 h 60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51804" h="60960">
                  <a:moveTo>
                    <a:pt x="0" y="0"/>
                  </a:moveTo>
                  <a:lnTo>
                    <a:pt x="314325" y="0"/>
                  </a:lnTo>
                  <a:lnTo>
                    <a:pt x="1137479" y="0"/>
                  </a:lnTo>
                  <a:lnTo>
                    <a:pt x="1451804" y="0"/>
                  </a:lnTo>
                  <a:lnTo>
                    <a:pt x="1451804" y="60960"/>
                  </a:lnTo>
                  <a:lnTo>
                    <a:pt x="1137479" y="60960"/>
                  </a:lnTo>
                  <a:lnTo>
                    <a:pt x="314325" y="60960"/>
                  </a:lnTo>
                  <a:lnTo>
                    <a:pt x="0" y="60960"/>
                  </a:lnTo>
                  <a:close/>
                </a:path>
              </a:pathLst>
            </a:custGeom>
            <a:solidFill>
              <a:srgbClr val="1EC5C1"/>
            </a:solidFill>
            <a:ln w="12700">
              <a:noFill/>
            </a:ln>
            <a:effectLst/>
          </p:spPr>
          <p:txBody>
            <a:bodyPr wrap="square" lIns="0" tIns="0" rIns="0" bIns="0" rtlCol="0" anchor="ctr">
              <a:noAutofit/>
            </a:bodyPr>
            <a:lstStyle/>
            <a:p>
              <a:pPr lvl="0" indent="-157320" algn="ctr" defTabSz="900828" fontAlgn="base" latinLnBrk="0">
                <a:spcBef>
                  <a:spcPct val="0"/>
                </a:spcBef>
                <a:spcAft>
                  <a:spcPct val="0"/>
                </a:spcAft>
                <a:buClr>
                  <a:srgbClr val="808080"/>
                </a:buClr>
                <a:buSzPct val="50000"/>
              </a:pPr>
              <a:endParaRPr kumimoji="1" lang="ko-KR" altLang="en-US" sz="1400" spc="-3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</p:grp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508948FA-306C-4FDF-B0B0-EEB2EDD72BBD}"/>
              </a:ext>
            </a:extLst>
          </p:cNvPr>
          <p:cNvGrpSpPr/>
          <p:nvPr userDrawn="1"/>
        </p:nvGrpSpPr>
        <p:grpSpPr>
          <a:xfrm>
            <a:off x="8402194" y="0"/>
            <a:ext cx="301641" cy="323950"/>
            <a:chOff x="8894827" y="0"/>
            <a:chExt cx="301641" cy="323950"/>
          </a:xfrm>
        </p:grpSpPr>
        <p:cxnSp>
          <p:nvCxnSpPr>
            <p:cNvPr id="73" name="직선 연결선 72">
              <a:extLst>
                <a:ext uri="{FF2B5EF4-FFF2-40B4-BE49-F238E27FC236}">
                  <a16:creationId xmlns:a16="http://schemas.microsoft.com/office/drawing/2014/main" id="{548F5D5F-9FD2-463A-BAA9-E8C5ABA64645}"/>
                </a:ext>
              </a:extLst>
            </p:cNvPr>
            <p:cNvCxnSpPr/>
            <p:nvPr userDrawn="1"/>
          </p:nvCxnSpPr>
          <p:spPr bwMode="auto">
            <a:xfrm>
              <a:off x="8894827" y="0"/>
              <a:ext cx="0" cy="323950"/>
            </a:xfrm>
            <a:prstGeom prst="line">
              <a:avLst/>
            </a:prstGeom>
            <a:noFill/>
            <a:ln w="3175" cap="flat" cmpd="sng" algn="ctr">
              <a:solidFill>
                <a:srgbClr val="505F68">
                  <a:alpha val="18000"/>
                </a:srgbClr>
              </a:solidFill>
              <a:prstDash val="solid"/>
            </a:ln>
            <a:effectLst/>
          </p:spPr>
        </p:cxnSp>
        <p:sp>
          <p:nvSpPr>
            <p:cNvPr id="75" name="직사각형 74">
              <a:extLst>
                <a:ext uri="{FF2B5EF4-FFF2-40B4-BE49-F238E27FC236}">
                  <a16:creationId xmlns:a16="http://schemas.microsoft.com/office/drawing/2014/main" id="{478E835E-1A93-4C16-B295-726A2E5A1C2D}"/>
                </a:ext>
              </a:extLst>
            </p:cNvPr>
            <p:cNvSpPr/>
            <p:nvPr userDrawn="1"/>
          </p:nvSpPr>
          <p:spPr>
            <a:xfrm>
              <a:off x="8960421" y="175526"/>
              <a:ext cx="236047" cy="1384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  <a:scene3d>
                <a:camera prst="orthographicFront"/>
                <a:lightRig rig="threePt" dir="t"/>
              </a:scene3d>
              <a:sp3d>
                <a:bevelT w="0" h="12700"/>
              </a:sp3d>
            </a:bodyPr>
            <a:lstStyle/>
            <a:p>
              <a:pPr defTabSz="1296776">
                <a:spcBef>
                  <a:spcPct val="20000"/>
                </a:spcBef>
                <a:buClr>
                  <a:srgbClr val="447FC1"/>
                </a:buClr>
                <a:defRPr/>
              </a:pPr>
              <a:r>
                <a:rPr lang="en-US" altLang="ko-KR" sz="900">
                  <a:ln w="1270">
                    <a:noFill/>
                  </a:ln>
                  <a:solidFill>
                    <a:schemeClr val="tx2">
                      <a:lumMod val="60000"/>
                      <a:lumOff val="40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Pretendard SemiBold" panose="02000703000000020004" pitchFamily="50" charset="-127"/>
                </a:rPr>
                <a:t>Ⅲ</a:t>
              </a:r>
            </a:p>
          </p:txBody>
        </p:sp>
      </p:grpSp>
      <p:grpSp>
        <p:nvGrpSpPr>
          <p:cNvPr id="76" name="그룹 75">
            <a:extLst>
              <a:ext uri="{FF2B5EF4-FFF2-40B4-BE49-F238E27FC236}">
                <a16:creationId xmlns:a16="http://schemas.microsoft.com/office/drawing/2014/main" id="{51640269-8D6E-46C7-849A-37328F7E229B}"/>
              </a:ext>
            </a:extLst>
          </p:cNvPr>
          <p:cNvGrpSpPr/>
          <p:nvPr userDrawn="1"/>
        </p:nvGrpSpPr>
        <p:grpSpPr>
          <a:xfrm>
            <a:off x="8760515" y="0"/>
            <a:ext cx="301642" cy="323950"/>
            <a:chOff x="9378241" y="0"/>
            <a:chExt cx="301642" cy="323950"/>
          </a:xfrm>
        </p:grpSpPr>
        <p:cxnSp>
          <p:nvCxnSpPr>
            <p:cNvPr id="77" name="직선 연결선 76">
              <a:extLst>
                <a:ext uri="{FF2B5EF4-FFF2-40B4-BE49-F238E27FC236}">
                  <a16:creationId xmlns:a16="http://schemas.microsoft.com/office/drawing/2014/main" id="{24EFE252-CD9C-494C-A1BA-1E3C67EC3853}"/>
                </a:ext>
              </a:extLst>
            </p:cNvPr>
            <p:cNvCxnSpPr/>
            <p:nvPr userDrawn="1"/>
          </p:nvCxnSpPr>
          <p:spPr bwMode="auto">
            <a:xfrm>
              <a:off x="9378241" y="0"/>
              <a:ext cx="0" cy="323950"/>
            </a:xfrm>
            <a:prstGeom prst="line">
              <a:avLst/>
            </a:prstGeom>
            <a:noFill/>
            <a:ln w="3175" cap="flat" cmpd="sng" algn="ctr">
              <a:solidFill>
                <a:srgbClr val="505F68">
                  <a:alpha val="18000"/>
                </a:srgbClr>
              </a:solidFill>
              <a:prstDash val="solid"/>
            </a:ln>
            <a:effectLst/>
          </p:spPr>
        </p:cxnSp>
        <p:sp>
          <p:nvSpPr>
            <p:cNvPr id="84" name="직사각형 83">
              <a:extLst>
                <a:ext uri="{FF2B5EF4-FFF2-40B4-BE49-F238E27FC236}">
                  <a16:creationId xmlns:a16="http://schemas.microsoft.com/office/drawing/2014/main" id="{010C0378-1349-4B04-9E6B-1906D9B80395}"/>
                </a:ext>
              </a:extLst>
            </p:cNvPr>
            <p:cNvSpPr/>
            <p:nvPr userDrawn="1"/>
          </p:nvSpPr>
          <p:spPr>
            <a:xfrm>
              <a:off x="9443836" y="175526"/>
              <a:ext cx="236047" cy="1384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  <a:scene3d>
                <a:camera prst="orthographicFront"/>
                <a:lightRig rig="threePt" dir="t"/>
              </a:scene3d>
              <a:sp3d>
                <a:bevelT w="0" h="12700"/>
              </a:sp3d>
            </a:bodyPr>
            <a:lstStyle/>
            <a:p>
              <a:pPr algn="l" defTabSz="1296776" rtl="0" fontAlgn="base" latinLnBrk="1">
                <a:spcBef>
                  <a:spcPct val="20000"/>
                </a:spcBef>
                <a:spcAft>
                  <a:spcPct val="0"/>
                </a:spcAft>
                <a:buClr>
                  <a:srgbClr val="447FC1"/>
                </a:buClr>
                <a:defRPr/>
              </a:pPr>
              <a:r>
                <a:rPr kumimoji="1" lang="en-US" altLang="ko-KR" sz="900" kern="1200">
                  <a:ln w="1270">
                    <a:noFill/>
                  </a:ln>
                  <a:solidFill>
                    <a:schemeClr val="tx2">
                      <a:lumMod val="60000"/>
                      <a:lumOff val="40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Pretendard SemiBold" panose="02000703000000020004" pitchFamily="50" charset="-127"/>
                </a:rPr>
                <a:t>Ⅳ</a:t>
              </a:r>
              <a:endParaRPr kumimoji="1" lang="ko-KR" altLang="en-US" sz="900" kern="1200">
                <a:ln w="1270"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Pretendard SemiBold" panose="02000703000000020004" pitchFamily="50" charset="-127"/>
              </a:endParaRPr>
            </a:p>
          </p:txBody>
        </p:sp>
      </p:grpSp>
      <p:grpSp>
        <p:nvGrpSpPr>
          <p:cNvPr id="90" name="그룹 89">
            <a:extLst>
              <a:ext uri="{FF2B5EF4-FFF2-40B4-BE49-F238E27FC236}">
                <a16:creationId xmlns:a16="http://schemas.microsoft.com/office/drawing/2014/main" id="{4D457A72-7213-427E-A83F-367FE1F4D155}"/>
              </a:ext>
            </a:extLst>
          </p:cNvPr>
          <p:cNvGrpSpPr/>
          <p:nvPr userDrawn="1"/>
        </p:nvGrpSpPr>
        <p:grpSpPr>
          <a:xfrm>
            <a:off x="9107807" y="0"/>
            <a:ext cx="309689" cy="323950"/>
            <a:chOff x="9370194" y="0"/>
            <a:chExt cx="309689" cy="323950"/>
          </a:xfrm>
        </p:grpSpPr>
        <p:cxnSp>
          <p:nvCxnSpPr>
            <p:cNvPr id="91" name="직선 연결선 90">
              <a:extLst>
                <a:ext uri="{FF2B5EF4-FFF2-40B4-BE49-F238E27FC236}">
                  <a16:creationId xmlns:a16="http://schemas.microsoft.com/office/drawing/2014/main" id="{35185957-47AE-44F4-8142-86C930CD187C}"/>
                </a:ext>
              </a:extLst>
            </p:cNvPr>
            <p:cNvCxnSpPr/>
            <p:nvPr userDrawn="1"/>
          </p:nvCxnSpPr>
          <p:spPr bwMode="auto">
            <a:xfrm>
              <a:off x="9378241" y="0"/>
              <a:ext cx="0" cy="323950"/>
            </a:xfrm>
            <a:prstGeom prst="line">
              <a:avLst/>
            </a:prstGeom>
            <a:noFill/>
            <a:ln w="3175" cap="flat" cmpd="sng" algn="ctr">
              <a:solidFill>
                <a:srgbClr val="505F68">
                  <a:alpha val="18000"/>
                </a:srgbClr>
              </a:solidFill>
              <a:prstDash val="solid"/>
            </a:ln>
            <a:effectLst/>
          </p:spPr>
        </p:cxnSp>
        <p:sp>
          <p:nvSpPr>
            <p:cNvPr id="93" name="직사각형 92">
              <a:extLst>
                <a:ext uri="{FF2B5EF4-FFF2-40B4-BE49-F238E27FC236}">
                  <a16:creationId xmlns:a16="http://schemas.microsoft.com/office/drawing/2014/main" id="{0D3664D9-EDFA-4FCA-A0C1-66E00AE0A841}"/>
                </a:ext>
              </a:extLst>
            </p:cNvPr>
            <p:cNvSpPr/>
            <p:nvPr userDrawn="1"/>
          </p:nvSpPr>
          <p:spPr>
            <a:xfrm>
              <a:off x="9443836" y="175526"/>
              <a:ext cx="236047" cy="1384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  <a:scene3d>
                <a:camera prst="orthographicFront"/>
                <a:lightRig rig="threePt" dir="t"/>
              </a:scene3d>
              <a:sp3d>
                <a:bevelT w="0" h="12700"/>
              </a:sp3d>
            </a:bodyPr>
            <a:lstStyle/>
            <a:p>
              <a:pPr algn="l" defTabSz="1296776" rtl="0" fontAlgn="base" latinLnBrk="1">
                <a:spcBef>
                  <a:spcPct val="20000"/>
                </a:spcBef>
                <a:spcAft>
                  <a:spcPct val="0"/>
                </a:spcAft>
                <a:buClr>
                  <a:srgbClr val="447FC1"/>
                </a:buClr>
                <a:defRPr/>
              </a:pPr>
              <a:r>
                <a:rPr kumimoji="1" lang="en-US" altLang="ko-KR" sz="900" kern="1200">
                  <a:ln w="1270">
                    <a:noFill/>
                  </a:ln>
                  <a:solidFill>
                    <a:schemeClr val="tx2">
                      <a:lumMod val="60000"/>
                      <a:lumOff val="40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Pretendard SemiBold" panose="02000703000000020004" pitchFamily="50" charset="-127"/>
                </a:rPr>
                <a:t>Ⅴ</a:t>
              </a:r>
              <a:endParaRPr kumimoji="1" lang="ko-KR" altLang="en-US" sz="900" kern="1200">
                <a:ln w="1270"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Pretendard SemiBold" panose="02000703000000020004" pitchFamily="50" charset="-127"/>
              </a:endParaRPr>
            </a:p>
          </p:txBody>
        </p:sp>
        <p:cxnSp>
          <p:nvCxnSpPr>
            <p:cNvPr id="94" name="직선 연결선 93">
              <a:extLst>
                <a:ext uri="{FF2B5EF4-FFF2-40B4-BE49-F238E27FC236}">
                  <a16:creationId xmlns:a16="http://schemas.microsoft.com/office/drawing/2014/main" id="{F6490575-8067-4228-A74F-A11F04093F9F}"/>
                </a:ext>
              </a:extLst>
            </p:cNvPr>
            <p:cNvCxnSpPr/>
            <p:nvPr userDrawn="1"/>
          </p:nvCxnSpPr>
          <p:spPr bwMode="auto">
            <a:xfrm>
              <a:off x="9370194" y="0"/>
              <a:ext cx="0" cy="323950"/>
            </a:xfrm>
            <a:prstGeom prst="line">
              <a:avLst/>
            </a:prstGeom>
            <a:noFill/>
          </p:spPr>
        </p:cxnSp>
      </p:grpSp>
      <p:sp>
        <p:nvSpPr>
          <p:cNvPr id="106" name="내용 개체 틀 2">
            <a:extLst>
              <a:ext uri="{FF2B5EF4-FFF2-40B4-BE49-F238E27FC236}">
                <a16:creationId xmlns:a16="http://schemas.microsoft.com/office/drawing/2014/main" id="{A349C451-493F-4495-843A-E7EFD4F16B7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12540" y="1267976"/>
            <a:ext cx="8569585" cy="2341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 anchorCtr="0">
            <a:spAutoFit/>
          </a:bodyPr>
          <a:lstStyle>
            <a:lvl1pPr marL="0" indent="0" fontAlgn="auto">
              <a:buNone/>
              <a:defRPr kumimoji="0" lang="ko-KR" altLang="en-US" sz="1350" spc="-50" baseline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charset="0"/>
              </a:defRPr>
            </a:lvl1pPr>
          </a:lstStyle>
          <a:p>
            <a:pPr marL="0" lvl="0" indent="0" defTabSz="903512" fontAlgn="base" latinLnBrk="0">
              <a:lnSpc>
                <a:spcPct val="120000"/>
              </a:lnSpc>
              <a:spcBef>
                <a:spcPts val="100"/>
              </a:spcBef>
              <a:spcAft>
                <a:spcPct val="0"/>
              </a:spcAft>
              <a:buClr>
                <a:srgbClr val="4D4D4D"/>
              </a:buClr>
              <a:buSzPct val="120000"/>
            </a:pPr>
            <a:r>
              <a:rPr lang="ko-KR" altLang="en-US" err="1"/>
              <a:t>거버닝</a:t>
            </a:r>
            <a:r>
              <a:rPr lang="ko-KR" altLang="en-US"/>
              <a:t> 메시지 입력란</a:t>
            </a:r>
          </a:p>
        </p:txBody>
      </p:sp>
    </p:spTree>
    <p:extLst>
      <p:ext uri="{BB962C8B-B14F-4D97-AF65-F5344CB8AC3E}">
        <p14:creationId xmlns:p14="http://schemas.microsoft.com/office/powerpoint/2010/main" val="152368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Ⅱ. 제안 개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그룹 55">
            <a:extLst>
              <a:ext uri="{FF2B5EF4-FFF2-40B4-BE49-F238E27FC236}">
                <a16:creationId xmlns:a16="http://schemas.microsoft.com/office/drawing/2014/main" id="{B5A1AF46-CB40-6936-1376-7FB0A3767E6E}"/>
              </a:ext>
            </a:extLst>
          </p:cNvPr>
          <p:cNvGrpSpPr/>
          <p:nvPr userDrawn="1"/>
        </p:nvGrpSpPr>
        <p:grpSpPr>
          <a:xfrm>
            <a:off x="363052" y="1022905"/>
            <a:ext cx="289642" cy="709614"/>
            <a:chOff x="132465" y="1022905"/>
            <a:chExt cx="289642" cy="709614"/>
          </a:xfrm>
        </p:grpSpPr>
        <p:grpSp>
          <p:nvGrpSpPr>
            <p:cNvPr id="57" name="그룹 56">
              <a:extLst>
                <a:ext uri="{FF2B5EF4-FFF2-40B4-BE49-F238E27FC236}">
                  <a16:creationId xmlns:a16="http://schemas.microsoft.com/office/drawing/2014/main" id="{A76FFC60-6ED7-AEC1-4C08-0EC6A6A52F2B}"/>
                </a:ext>
              </a:extLst>
            </p:cNvPr>
            <p:cNvGrpSpPr/>
            <p:nvPr/>
          </p:nvGrpSpPr>
          <p:grpSpPr>
            <a:xfrm>
              <a:off x="211623" y="1279048"/>
              <a:ext cx="210484" cy="204312"/>
              <a:chOff x="240030" y="1301691"/>
              <a:chExt cx="163830" cy="159026"/>
            </a:xfrm>
          </p:grpSpPr>
          <p:sp>
            <p:nvSpPr>
              <p:cNvPr id="60" name="타원 59">
                <a:extLst>
                  <a:ext uri="{FF2B5EF4-FFF2-40B4-BE49-F238E27FC236}">
                    <a16:creationId xmlns:a16="http://schemas.microsoft.com/office/drawing/2014/main" id="{150E2D75-3975-A792-9340-C81E2CD997B8}"/>
                  </a:ext>
                </a:extLst>
              </p:cNvPr>
              <p:cNvSpPr/>
              <p:nvPr/>
            </p:nvSpPr>
            <p:spPr>
              <a:xfrm>
                <a:off x="240030" y="1301691"/>
                <a:ext cx="163830" cy="159026"/>
              </a:xfrm>
              <a:prstGeom prst="ellipse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 w="1016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indent="-177800" algn="l">
                  <a:spcBef>
                    <a:spcPts val="300"/>
                  </a:spcBef>
                  <a:buFont typeface="Arial" panose="020B0604020202020204" pitchFamily="34" charset="0"/>
                  <a:buChar char="•"/>
                </a:pPr>
                <a:endParaRPr lang="ko-KR" altLang="en-US" sz="900" spc="-100">
                  <a:ln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Light" panose="02020603020101020101" pitchFamily="18" charset="-127"/>
                  <a:ea typeface="KoPub돋움체 Light" panose="02020603020101020101" pitchFamily="18" charset="-127"/>
                </a:endParaRPr>
              </a:p>
            </p:txBody>
          </p:sp>
          <p:sp>
            <p:nvSpPr>
              <p:cNvPr id="61" name="이등변 삼각형 60">
                <a:extLst>
                  <a:ext uri="{FF2B5EF4-FFF2-40B4-BE49-F238E27FC236}">
                    <a16:creationId xmlns:a16="http://schemas.microsoft.com/office/drawing/2014/main" id="{EC0D4365-AB17-4329-779A-10AED443B239}"/>
                  </a:ext>
                </a:extLst>
              </p:cNvPr>
              <p:cNvSpPr/>
              <p:nvPr/>
            </p:nvSpPr>
            <p:spPr>
              <a:xfrm rot="5400000">
                <a:off x="313252" y="1354033"/>
                <a:ext cx="61858" cy="54342"/>
              </a:xfrm>
              <a:prstGeom prst="triangle">
                <a:avLst/>
              </a:prstGeom>
              <a:solidFill>
                <a:schemeClr val="bg1"/>
              </a:solidFill>
              <a:ln w="1016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indent="-177800" algn="l">
                  <a:spcBef>
                    <a:spcPts val="300"/>
                  </a:spcBef>
                  <a:buFont typeface="Arial" panose="020B0604020202020204" pitchFamily="34" charset="0"/>
                  <a:buChar char="•"/>
                </a:pPr>
                <a:endParaRPr lang="ko-KR" altLang="en-US" sz="900" spc="-100">
                  <a:ln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Light" panose="02020603020101020101" pitchFamily="18" charset="-127"/>
                  <a:ea typeface="KoPub돋움체 Light" panose="02020603020101020101" pitchFamily="18" charset="-127"/>
                </a:endParaRPr>
              </a:p>
            </p:txBody>
          </p:sp>
        </p:grpSp>
        <p:sp>
          <p:nvSpPr>
            <p:cNvPr id="58" name="직사각형 57">
              <a:extLst>
                <a:ext uri="{FF2B5EF4-FFF2-40B4-BE49-F238E27FC236}">
                  <a16:creationId xmlns:a16="http://schemas.microsoft.com/office/drawing/2014/main" id="{E8C50F97-842F-D7DD-D2C7-BA55DA25B2FF}"/>
                </a:ext>
              </a:extLst>
            </p:cNvPr>
            <p:cNvSpPr/>
            <p:nvPr/>
          </p:nvSpPr>
          <p:spPr>
            <a:xfrm>
              <a:off x="132465" y="1022905"/>
              <a:ext cx="162810" cy="709614"/>
            </a:xfrm>
            <a:prstGeom prst="rect">
              <a:avLst/>
            </a:prstGeom>
            <a:solidFill>
              <a:schemeClr val="bg1"/>
            </a:solidFill>
            <a:ln w="1016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indent="-177800" algn="l">
                <a:spcBef>
                  <a:spcPts val="300"/>
                </a:spcBef>
                <a:buFont typeface="Arial" panose="020B0604020202020204" pitchFamily="34" charset="0"/>
                <a:buChar char="•"/>
              </a:pPr>
              <a:endParaRPr lang="ko-KR" altLang="en-US" sz="900" spc="-10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endParaRPr>
            </a:p>
          </p:txBody>
        </p:sp>
        <p:sp>
          <p:nvSpPr>
            <p:cNvPr id="59" name="자유형: 도형 58">
              <a:extLst>
                <a:ext uri="{FF2B5EF4-FFF2-40B4-BE49-F238E27FC236}">
                  <a16:creationId xmlns:a16="http://schemas.microsoft.com/office/drawing/2014/main" id="{C6242510-48C3-EFCB-FE82-5C6327913067}"/>
                </a:ext>
              </a:extLst>
            </p:cNvPr>
            <p:cNvSpPr/>
            <p:nvPr/>
          </p:nvSpPr>
          <p:spPr>
            <a:xfrm>
              <a:off x="300941" y="1069621"/>
              <a:ext cx="0" cy="609184"/>
            </a:xfrm>
            <a:custGeom>
              <a:avLst/>
              <a:gdLst>
                <a:gd name="connsiteX0" fmla="*/ 0 w 0"/>
                <a:gd name="connsiteY0" fmla="*/ 0 h 509286"/>
                <a:gd name="connsiteX1" fmla="*/ 0 w 0"/>
                <a:gd name="connsiteY1" fmla="*/ 509286 h 509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509286">
                  <a:moveTo>
                    <a:pt x="0" y="0"/>
                  </a:moveTo>
                  <a:lnTo>
                    <a:pt x="0" y="509286"/>
                  </a:lnTo>
                </a:path>
              </a:pathLst>
            </a:custGeom>
            <a:noFill/>
            <a:ln w="19050">
              <a:gradFill flip="none" rotWithShape="1"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54000">
                    <a:schemeClr val="tx2">
                      <a:lumMod val="40000"/>
                      <a:lumOff val="60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A0A1FB20-1F8B-D5C3-7763-524634C4A787}"/>
              </a:ext>
            </a:extLst>
          </p:cNvPr>
          <p:cNvSpPr/>
          <p:nvPr userDrawn="1"/>
        </p:nvSpPr>
        <p:spPr>
          <a:xfrm>
            <a:off x="-600" y="0"/>
            <a:ext cx="9907200" cy="60960"/>
          </a:xfrm>
          <a:prstGeom prst="rect">
            <a:avLst/>
          </a:prstGeom>
          <a:solidFill>
            <a:srgbClr val="E4E9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endParaRPr kumimoji="1" lang="ko-KR" altLang="en-US" sz="1300" b="1">
              <a:ln>
                <a:solidFill>
                  <a:srgbClr val="DE202F">
                    <a:alpha val="0"/>
                  </a:srgbClr>
                </a:solidFill>
              </a:ln>
              <a:solidFill>
                <a:prstClr val="white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B31726FB-7721-9E1E-D3DF-16E4A15A181B}"/>
              </a:ext>
            </a:extLst>
          </p:cNvPr>
          <p:cNvSpPr/>
          <p:nvPr userDrawn="1"/>
        </p:nvSpPr>
        <p:spPr>
          <a:xfrm>
            <a:off x="525000" y="944360"/>
            <a:ext cx="8856000" cy="45719"/>
          </a:xfrm>
          <a:prstGeom prst="rect">
            <a:avLst/>
          </a:prstGeom>
          <a:solidFill>
            <a:srgbClr val="E3E7EC"/>
          </a:solidFill>
          <a:ln w="3175">
            <a:noFill/>
          </a:ln>
          <a:effectLst/>
        </p:spPr>
        <p:txBody>
          <a:bodyPr wrap="none" anchor="ctr"/>
          <a:lstStyle/>
          <a:p>
            <a:pPr lvl="0" algn="ctr" defTabSz="509504" latinLnBrk="0">
              <a:spcBef>
                <a:spcPts val="0"/>
              </a:spcBef>
              <a:spcAft>
                <a:spcPts val="0"/>
              </a:spcAft>
            </a:pPr>
            <a:endParaRPr lang="ko-KR" altLang="en-US" spc="-3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2E782FE8-B58A-1EBD-6708-429530DBB6FC}"/>
              </a:ext>
            </a:extLst>
          </p:cNvPr>
          <p:cNvSpPr/>
          <p:nvPr userDrawn="1"/>
        </p:nvSpPr>
        <p:spPr>
          <a:xfrm>
            <a:off x="497284" y="-479"/>
            <a:ext cx="387264" cy="859230"/>
          </a:xfrm>
          <a:prstGeom prst="rect">
            <a:avLst/>
          </a:prstGeom>
          <a:solidFill>
            <a:srgbClr val="2770A8"/>
          </a:solidFill>
          <a:ln w="1016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indent="-177800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ko-KR" altLang="en-US" sz="900" spc="-10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tx1"/>
              </a:solidFill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723EAA99-7B59-402E-9D7E-E9EF86D8C0A5}"/>
              </a:ext>
            </a:extLst>
          </p:cNvPr>
          <p:cNvGrpSpPr/>
          <p:nvPr userDrawn="1"/>
        </p:nvGrpSpPr>
        <p:grpSpPr>
          <a:xfrm>
            <a:off x="8402194" y="0"/>
            <a:ext cx="301641" cy="323950"/>
            <a:chOff x="8894827" y="0"/>
            <a:chExt cx="301641" cy="323950"/>
          </a:xfrm>
        </p:grpSpPr>
        <p:cxnSp>
          <p:nvCxnSpPr>
            <p:cNvPr id="94" name="직선 연결선 93">
              <a:extLst>
                <a:ext uri="{FF2B5EF4-FFF2-40B4-BE49-F238E27FC236}">
                  <a16:creationId xmlns:a16="http://schemas.microsoft.com/office/drawing/2014/main" id="{2A20BCF0-37CE-4863-A0F1-8739648C9135}"/>
                </a:ext>
              </a:extLst>
            </p:cNvPr>
            <p:cNvCxnSpPr/>
            <p:nvPr userDrawn="1"/>
          </p:nvCxnSpPr>
          <p:spPr bwMode="auto">
            <a:xfrm>
              <a:off x="8894827" y="0"/>
              <a:ext cx="0" cy="323950"/>
            </a:xfrm>
            <a:prstGeom prst="line">
              <a:avLst/>
            </a:prstGeom>
            <a:noFill/>
            <a:ln w="3175" cap="flat" cmpd="sng" algn="ctr">
              <a:solidFill>
                <a:srgbClr val="505F68">
                  <a:alpha val="18000"/>
                </a:srgbClr>
              </a:solidFill>
              <a:prstDash val="solid"/>
            </a:ln>
            <a:effectLst/>
          </p:spPr>
        </p:cxnSp>
        <p:sp>
          <p:nvSpPr>
            <p:cNvPr id="96" name="직사각형 95">
              <a:extLst>
                <a:ext uri="{FF2B5EF4-FFF2-40B4-BE49-F238E27FC236}">
                  <a16:creationId xmlns:a16="http://schemas.microsoft.com/office/drawing/2014/main" id="{9EFC8DF7-99BD-404E-BAF8-5565897F66D5}"/>
                </a:ext>
              </a:extLst>
            </p:cNvPr>
            <p:cNvSpPr/>
            <p:nvPr userDrawn="1"/>
          </p:nvSpPr>
          <p:spPr>
            <a:xfrm>
              <a:off x="8960421" y="175526"/>
              <a:ext cx="236047" cy="1384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  <a:scene3d>
                <a:camera prst="orthographicFront"/>
                <a:lightRig rig="threePt" dir="t"/>
              </a:scene3d>
              <a:sp3d>
                <a:bevelT w="0" h="12700"/>
              </a:sp3d>
            </a:bodyPr>
            <a:lstStyle/>
            <a:p>
              <a:pPr defTabSz="1296776">
                <a:spcBef>
                  <a:spcPct val="20000"/>
                </a:spcBef>
                <a:buClr>
                  <a:srgbClr val="447FC1"/>
                </a:buClr>
                <a:defRPr/>
              </a:pPr>
              <a:r>
                <a:rPr lang="en-US" altLang="ko-KR" sz="900">
                  <a:ln w="1270">
                    <a:noFill/>
                  </a:ln>
                  <a:solidFill>
                    <a:schemeClr val="tx2">
                      <a:lumMod val="60000"/>
                      <a:lumOff val="40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Pretendard SemiBold" panose="02000703000000020004" pitchFamily="50" charset="-127"/>
                </a:rPr>
                <a:t>Ⅲ</a:t>
              </a:r>
            </a:p>
          </p:txBody>
        </p:sp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56ACE433-C27B-46E4-B040-C2D9C9681AF0}"/>
              </a:ext>
            </a:extLst>
          </p:cNvPr>
          <p:cNvGrpSpPr/>
          <p:nvPr userDrawn="1"/>
        </p:nvGrpSpPr>
        <p:grpSpPr>
          <a:xfrm>
            <a:off x="7092516" y="0"/>
            <a:ext cx="301883" cy="323950"/>
            <a:chOff x="7332105" y="0"/>
            <a:chExt cx="301883" cy="323950"/>
          </a:xfrm>
        </p:grpSpPr>
        <p:grpSp>
          <p:nvGrpSpPr>
            <p:cNvPr id="86" name="그룹 85">
              <a:extLst>
                <a:ext uri="{FF2B5EF4-FFF2-40B4-BE49-F238E27FC236}">
                  <a16:creationId xmlns:a16="http://schemas.microsoft.com/office/drawing/2014/main" id="{309C3A88-1397-44E3-9DA5-B2C95331326A}"/>
                </a:ext>
              </a:extLst>
            </p:cNvPr>
            <p:cNvGrpSpPr/>
            <p:nvPr userDrawn="1"/>
          </p:nvGrpSpPr>
          <p:grpSpPr>
            <a:xfrm>
              <a:off x="7332105" y="0"/>
              <a:ext cx="242" cy="323950"/>
              <a:chOff x="8408448" y="0"/>
              <a:chExt cx="242" cy="323950"/>
            </a:xfrm>
          </p:grpSpPr>
          <p:cxnSp>
            <p:nvCxnSpPr>
              <p:cNvPr id="88" name="직선 연결선 87">
                <a:extLst>
                  <a:ext uri="{FF2B5EF4-FFF2-40B4-BE49-F238E27FC236}">
                    <a16:creationId xmlns:a16="http://schemas.microsoft.com/office/drawing/2014/main" id="{0FBEE2A2-39C8-4E7F-BA86-7E49ED8D4467}"/>
                  </a:ext>
                </a:extLst>
              </p:cNvPr>
              <p:cNvCxnSpPr/>
              <p:nvPr userDrawn="1"/>
            </p:nvCxnSpPr>
            <p:spPr bwMode="auto">
              <a:xfrm>
                <a:off x="8408690" y="0"/>
                <a:ext cx="0" cy="323950"/>
              </a:xfrm>
              <a:prstGeom prst="line">
                <a:avLst/>
              </a:prstGeom>
              <a:noFill/>
              <a:ln w="3175" cap="flat" cmpd="sng" algn="ctr">
                <a:solidFill>
                  <a:srgbClr val="505F68">
                    <a:alpha val="18000"/>
                  </a:srgbClr>
                </a:solidFill>
                <a:prstDash val="solid"/>
              </a:ln>
              <a:effectLst/>
            </p:spPr>
          </p:cxnSp>
          <p:cxnSp>
            <p:nvCxnSpPr>
              <p:cNvPr id="89" name="직선 연결선 88">
                <a:extLst>
                  <a:ext uri="{FF2B5EF4-FFF2-40B4-BE49-F238E27FC236}">
                    <a16:creationId xmlns:a16="http://schemas.microsoft.com/office/drawing/2014/main" id="{2EB6402E-6663-479D-9D3B-500BA5E4831D}"/>
                  </a:ext>
                </a:extLst>
              </p:cNvPr>
              <p:cNvCxnSpPr/>
              <p:nvPr userDrawn="1"/>
            </p:nvCxnSpPr>
            <p:spPr bwMode="auto">
              <a:xfrm>
                <a:off x="8408448" y="0"/>
                <a:ext cx="0" cy="323950"/>
              </a:xfrm>
              <a:prstGeom prst="line">
                <a:avLst/>
              </a:prstGeom>
              <a:noFill/>
              <a:ln w="3175" cap="flat" cmpd="sng" algn="ctr">
                <a:solidFill>
                  <a:schemeClr val="tx2">
                    <a:lumMod val="60000"/>
                    <a:lumOff val="40000"/>
                  </a:schemeClr>
                </a:solidFill>
                <a:prstDash val="solid"/>
              </a:ln>
              <a:effectLst/>
            </p:spPr>
          </p:cxnSp>
        </p:grpSp>
        <p:sp>
          <p:nvSpPr>
            <p:cNvPr id="87" name="직사각형 86">
              <a:extLst>
                <a:ext uri="{FF2B5EF4-FFF2-40B4-BE49-F238E27FC236}">
                  <a16:creationId xmlns:a16="http://schemas.microsoft.com/office/drawing/2014/main" id="{549C0BBE-C41B-4466-8030-886A5A5B335B}"/>
                </a:ext>
              </a:extLst>
            </p:cNvPr>
            <p:cNvSpPr/>
            <p:nvPr userDrawn="1"/>
          </p:nvSpPr>
          <p:spPr>
            <a:xfrm>
              <a:off x="7397941" y="175526"/>
              <a:ext cx="236047" cy="1384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  <a:scene3d>
                <a:camera prst="orthographicFront"/>
                <a:lightRig rig="threePt" dir="t"/>
              </a:scene3d>
              <a:sp3d>
                <a:bevelT w="0" h="12700"/>
              </a:sp3d>
            </a:bodyPr>
            <a:lstStyle/>
            <a:p>
              <a:pPr marL="0" algn="l" defTabSz="1296776" rtl="0" eaLnBrk="1" latinLnBrk="1" hangingPunct="1">
                <a:spcBef>
                  <a:spcPct val="20000"/>
                </a:spcBef>
                <a:buClr>
                  <a:srgbClr val="447FC1"/>
                </a:buClr>
                <a:defRPr/>
              </a:pPr>
              <a:r>
                <a:rPr lang="en-US" altLang="ko-KR" sz="1000" kern="1200">
                  <a:ln w="1270">
                    <a:solidFill>
                      <a:srgbClr val="00B9F2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Pretendard SemiBold" panose="02000703000000020004" pitchFamily="50" charset="-127"/>
                </a:rPr>
                <a:t>Ⅱ. </a:t>
              </a:r>
              <a:r>
                <a:rPr lang="ko-KR" altLang="en-US" sz="1000" kern="1200">
                  <a:ln w="1270">
                    <a:solidFill>
                      <a:srgbClr val="00B9F2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Pretendard SemiBold" panose="02000703000000020004" pitchFamily="50" charset="-127"/>
                </a:rPr>
                <a:t>제안 개요</a:t>
              </a:r>
              <a:endParaRPr lang="en-US" altLang="ko-KR" sz="1000" kern="1200">
                <a:ln w="1270">
                  <a:solidFill>
                    <a:srgbClr val="00B9F2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Pretendard SemiBold" panose="02000703000000020004" pitchFamily="50" charset="-127"/>
              </a:endParaRPr>
            </a:p>
          </p:txBody>
        </p:sp>
      </p:grpSp>
      <p:sp>
        <p:nvSpPr>
          <p:cNvPr id="85" name="자유형: 도형 84">
            <a:extLst>
              <a:ext uri="{FF2B5EF4-FFF2-40B4-BE49-F238E27FC236}">
                <a16:creationId xmlns:a16="http://schemas.microsoft.com/office/drawing/2014/main" id="{CAD24A85-825F-46ED-B79B-17991C23C539}"/>
              </a:ext>
            </a:extLst>
          </p:cNvPr>
          <p:cNvSpPr/>
          <p:nvPr userDrawn="1"/>
        </p:nvSpPr>
        <p:spPr>
          <a:xfrm>
            <a:off x="7096378" y="0"/>
            <a:ext cx="1306800" cy="60960"/>
          </a:xfrm>
          <a:custGeom>
            <a:avLst/>
            <a:gdLst>
              <a:gd name="connsiteX0" fmla="*/ 0 w 1451804"/>
              <a:gd name="connsiteY0" fmla="*/ 0 h 60960"/>
              <a:gd name="connsiteX1" fmla="*/ 314325 w 1451804"/>
              <a:gd name="connsiteY1" fmla="*/ 0 h 60960"/>
              <a:gd name="connsiteX2" fmla="*/ 1137479 w 1451804"/>
              <a:gd name="connsiteY2" fmla="*/ 0 h 60960"/>
              <a:gd name="connsiteX3" fmla="*/ 1451804 w 1451804"/>
              <a:gd name="connsiteY3" fmla="*/ 0 h 60960"/>
              <a:gd name="connsiteX4" fmla="*/ 1451804 w 1451804"/>
              <a:gd name="connsiteY4" fmla="*/ 60960 h 60960"/>
              <a:gd name="connsiteX5" fmla="*/ 1137479 w 1451804"/>
              <a:gd name="connsiteY5" fmla="*/ 60960 h 60960"/>
              <a:gd name="connsiteX6" fmla="*/ 314325 w 1451804"/>
              <a:gd name="connsiteY6" fmla="*/ 60960 h 60960"/>
              <a:gd name="connsiteX7" fmla="*/ 0 w 1451804"/>
              <a:gd name="connsiteY7" fmla="*/ 60960 h 60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51804" h="60960">
                <a:moveTo>
                  <a:pt x="0" y="0"/>
                </a:moveTo>
                <a:lnTo>
                  <a:pt x="314325" y="0"/>
                </a:lnTo>
                <a:lnTo>
                  <a:pt x="1137479" y="0"/>
                </a:lnTo>
                <a:lnTo>
                  <a:pt x="1451804" y="0"/>
                </a:lnTo>
                <a:lnTo>
                  <a:pt x="1451804" y="60960"/>
                </a:lnTo>
                <a:lnTo>
                  <a:pt x="1137479" y="60960"/>
                </a:lnTo>
                <a:lnTo>
                  <a:pt x="314325" y="60960"/>
                </a:lnTo>
                <a:lnTo>
                  <a:pt x="0" y="60960"/>
                </a:lnTo>
                <a:close/>
              </a:path>
            </a:pathLst>
          </a:custGeom>
          <a:solidFill>
            <a:srgbClr val="1EC5C1"/>
          </a:solidFill>
          <a:ln w="12700"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lvl="0" indent="-157320" algn="ctr" defTabSz="900828" fontAlgn="base" latinLnBrk="0">
              <a:spcBef>
                <a:spcPct val="0"/>
              </a:spcBef>
              <a:spcAft>
                <a:spcPct val="0"/>
              </a:spcAft>
              <a:buClr>
                <a:srgbClr val="808080"/>
              </a:buClr>
              <a:buSzPct val="50000"/>
            </a:pPr>
            <a:endParaRPr kumimoji="1" lang="ko-KR" altLang="en-US" sz="1400" spc="-3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grpSp>
        <p:nvGrpSpPr>
          <p:cNvPr id="107" name="그룹 106">
            <a:extLst>
              <a:ext uri="{FF2B5EF4-FFF2-40B4-BE49-F238E27FC236}">
                <a16:creationId xmlns:a16="http://schemas.microsoft.com/office/drawing/2014/main" id="{DDFEAFFB-F374-4314-8334-1A87EE6D7E58}"/>
              </a:ext>
            </a:extLst>
          </p:cNvPr>
          <p:cNvGrpSpPr/>
          <p:nvPr userDrawn="1"/>
        </p:nvGrpSpPr>
        <p:grpSpPr>
          <a:xfrm>
            <a:off x="6736811" y="0"/>
            <a:ext cx="208426" cy="323950"/>
            <a:chOff x="5975681" y="0"/>
            <a:chExt cx="208426" cy="323950"/>
          </a:xfrm>
        </p:grpSpPr>
        <p:cxnSp>
          <p:nvCxnSpPr>
            <p:cNvPr id="108" name="직선 연결선 107">
              <a:extLst>
                <a:ext uri="{FF2B5EF4-FFF2-40B4-BE49-F238E27FC236}">
                  <a16:creationId xmlns:a16="http://schemas.microsoft.com/office/drawing/2014/main" id="{6BA33AFB-6EB6-4763-A7E0-D92FC034ACF6}"/>
                </a:ext>
              </a:extLst>
            </p:cNvPr>
            <p:cNvCxnSpPr>
              <a:cxnSpLocks/>
            </p:cNvCxnSpPr>
            <p:nvPr userDrawn="1"/>
          </p:nvCxnSpPr>
          <p:spPr bwMode="auto">
            <a:xfrm>
              <a:off x="5975681" y="0"/>
              <a:ext cx="0" cy="323950"/>
            </a:xfrm>
            <a:prstGeom prst="line">
              <a:avLst/>
            </a:prstGeom>
            <a:noFill/>
            <a:ln w="3175" cap="flat" cmpd="sng" algn="ctr">
              <a:solidFill>
                <a:srgbClr val="505F68">
                  <a:alpha val="18000"/>
                </a:srgbClr>
              </a:solidFill>
              <a:prstDash val="solid"/>
            </a:ln>
            <a:effectLst/>
          </p:spPr>
        </p:cxnSp>
        <p:sp>
          <p:nvSpPr>
            <p:cNvPr id="109" name="직사각형 108">
              <a:extLst>
                <a:ext uri="{FF2B5EF4-FFF2-40B4-BE49-F238E27FC236}">
                  <a16:creationId xmlns:a16="http://schemas.microsoft.com/office/drawing/2014/main" id="{1044A646-4E76-4478-B3EC-82944BB43B93}"/>
                </a:ext>
              </a:extLst>
            </p:cNvPr>
            <p:cNvSpPr/>
            <p:nvPr userDrawn="1"/>
          </p:nvSpPr>
          <p:spPr>
            <a:xfrm>
              <a:off x="6028054" y="175526"/>
              <a:ext cx="156053" cy="1384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  <a:scene3d>
                <a:camera prst="orthographicFront"/>
                <a:lightRig rig="threePt" dir="t"/>
              </a:scene3d>
              <a:sp3d>
                <a:bevelT w="0" h="12700"/>
              </a:sp3d>
            </a:bodyPr>
            <a:lstStyle/>
            <a:p>
              <a:pPr lvl="0" defTabSz="1296776">
                <a:spcBef>
                  <a:spcPct val="20000"/>
                </a:spcBef>
                <a:buClr>
                  <a:srgbClr val="447FC1"/>
                </a:buClr>
              </a:pPr>
              <a:r>
                <a:rPr lang="en-US" altLang="ko-KR" sz="900">
                  <a:ln w="1270">
                    <a:noFill/>
                  </a:ln>
                  <a:solidFill>
                    <a:schemeClr val="tx2">
                      <a:lumMod val="60000"/>
                      <a:lumOff val="40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Pretendard SemiBold" panose="02000703000000020004" pitchFamily="50" charset="-127"/>
                </a:rPr>
                <a:t>Ⅰ</a:t>
              </a:r>
            </a:p>
          </p:txBody>
        </p:sp>
      </p:grpSp>
      <p:grpSp>
        <p:nvGrpSpPr>
          <p:cNvPr id="110" name="그룹 109">
            <a:extLst>
              <a:ext uri="{FF2B5EF4-FFF2-40B4-BE49-F238E27FC236}">
                <a16:creationId xmlns:a16="http://schemas.microsoft.com/office/drawing/2014/main" id="{68E2E334-B61D-451F-8348-D94A1CE8C95F}"/>
              </a:ext>
            </a:extLst>
          </p:cNvPr>
          <p:cNvGrpSpPr/>
          <p:nvPr userDrawn="1"/>
        </p:nvGrpSpPr>
        <p:grpSpPr>
          <a:xfrm>
            <a:off x="8760515" y="0"/>
            <a:ext cx="301642" cy="323950"/>
            <a:chOff x="9378241" y="0"/>
            <a:chExt cx="301642" cy="323950"/>
          </a:xfrm>
        </p:grpSpPr>
        <p:cxnSp>
          <p:nvCxnSpPr>
            <p:cNvPr id="111" name="직선 연결선 110">
              <a:extLst>
                <a:ext uri="{FF2B5EF4-FFF2-40B4-BE49-F238E27FC236}">
                  <a16:creationId xmlns:a16="http://schemas.microsoft.com/office/drawing/2014/main" id="{1F2F7789-E1EE-4A9F-B3B3-B7F3BA39A096}"/>
                </a:ext>
              </a:extLst>
            </p:cNvPr>
            <p:cNvCxnSpPr/>
            <p:nvPr userDrawn="1"/>
          </p:nvCxnSpPr>
          <p:spPr bwMode="auto">
            <a:xfrm>
              <a:off x="9378241" y="0"/>
              <a:ext cx="0" cy="323950"/>
            </a:xfrm>
            <a:prstGeom prst="line">
              <a:avLst/>
            </a:prstGeom>
            <a:noFill/>
            <a:ln w="3175" cap="flat" cmpd="sng" algn="ctr">
              <a:solidFill>
                <a:srgbClr val="505F68">
                  <a:alpha val="18000"/>
                </a:srgbClr>
              </a:solidFill>
              <a:prstDash val="solid"/>
            </a:ln>
            <a:effectLst/>
          </p:spPr>
        </p:cxnSp>
        <p:sp>
          <p:nvSpPr>
            <p:cNvPr id="113" name="직사각형 112">
              <a:extLst>
                <a:ext uri="{FF2B5EF4-FFF2-40B4-BE49-F238E27FC236}">
                  <a16:creationId xmlns:a16="http://schemas.microsoft.com/office/drawing/2014/main" id="{61E52CD1-8F39-413F-A02C-3FF558AD1FB6}"/>
                </a:ext>
              </a:extLst>
            </p:cNvPr>
            <p:cNvSpPr/>
            <p:nvPr userDrawn="1"/>
          </p:nvSpPr>
          <p:spPr>
            <a:xfrm>
              <a:off x="9443836" y="175526"/>
              <a:ext cx="236047" cy="1384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  <a:scene3d>
                <a:camera prst="orthographicFront"/>
                <a:lightRig rig="threePt" dir="t"/>
              </a:scene3d>
              <a:sp3d>
                <a:bevelT w="0" h="12700"/>
              </a:sp3d>
            </a:bodyPr>
            <a:lstStyle/>
            <a:p>
              <a:pPr algn="l" defTabSz="1296776" rtl="0" fontAlgn="base" latinLnBrk="1">
                <a:spcBef>
                  <a:spcPct val="20000"/>
                </a:spcBef>
                <a:spcAft>
                  <a:spcPct val="0"/>
                </a:spcAft>
                <a:buClr>
                  <a:srgbClr val="447FC1"/>
                </a:buClr>
                <a:defRPr/>
              </a:pPr>
              <a:r>
                <a:rPr kumimoji="1" lang="en-US" altLang="ko-KR" sz="900" kern="1200">
                  <a:ln w="1270">
                    <a:noFill/>
                  </a:ln>
                  <a:solidFill>
                    <a:schemeClr val="tx2">
                      <a:lumMod val="60000"/>
                      <a:lumOff val="40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Pretendard SemiBold" panose="02000703000000020004" pitchFamily="50" charset="-127"/>
                </a:rPr>
                <a:t>Ⅳ</a:t>
              </a:r>
              <a:endParaRPr kumimoji="1" lang="ko-KR" altLang="en-US" sz="900" kern="1200">
                <a:ln w="1270"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Pretendard SemiBold" panose="02000703000000020004" pitchFamily="50" charset="-127"/>
              </a:endParaRPr>
            </a:p>
          </p:txBody>
        </p:sp>
      </p:grpSp>
      <p:grpSp>
        <p:nvGrpSpPr>
          <p:cNvPr id="115" name="그룹 114">
            <a:extLst>
              <a:ext uri="{FF2B5EF4-FFF2-40B4-BE49-F238E27FC236}">
                <a16:creationId xmlns:a16="http://schemas.microsoft.com/office/drawing/2014/main" id="{F34F09AD-0BEA-4C5A-B025-2D0A44F7D038}"/>
              </a:ext>
            </a:extLst>
          </p:cNvPr>
          <p:cNvGrpSpPr/>
          <p:nvPr userDrawn="1"/>
        </p:nvGrpSpPr>
        <p:grpSpPr>
          <a:xfrm>
            <a:off x="9107807" y="0"/>
            <a:ext cx="309689" cy="323950"/>
            <a:chOff x="9370194" y="0"/>
            <a:chExt cx="309689" cy="323950"/>
          </a:xfrm>
        </p:grpSpPr>
        <p:cxnSp>
          <p:nvCxnSpPr>
            <p:cNvPr id="116" name="직선 연결선 115">
              <a:extLst>
                <a:ext uri="{FF2B5EF4-FFF2-40B4-BE49-F238E27FC236}">
                  <a16:creationId xmlns:a16="http://schemas.microsoft.com/office/drawing/2014/main" id="{CB3FAD25-3166-4D95-A485-0C5CBEFCF961}"/>
                </a:ext>
              </a:extLst>
            </p:cNvPr>
            <p:cNvCxnSpPr/>
            <p:nvPr userDrawn="1"/>
          </p:nvCxnSpPr>
          <p:spPr bwMode="auto">
            <a:xfrm>
              <a:off x="9378241" y="0"/>
              <a:ext cx="0" cy="323950"/>
            </a:xfrm>
            <a:prstGeom prst="line">
              <a:avLst/>
            </a:prstGeom>
            <a:noFill/>
            <a:ln w="3175" cap="flat" cmpd="sng" algn="ctr">
              <a:solidFill>
                <a:srgbClr val="505F68">
                  <a:alpha val="18000"/>
                </a:srgbClr>
              </a:solidFill>
              <a:prstDash val="solid"/>
            </a:ln>
            <a:effectLst/>
          </p:spPr>
        </p:cxnSp>
        <p:sp>
          <p:nvSpPr>
            <p:cNvPr id="118" name="직사각형 117">
              <a:extLst>
                <a:ext uri="{FF2B5EF4-FFF2-40B4-BE49-F238E27FC236}">
                  <a16:creationId xmlns:a16="http://schemas.microsoft.com/office/drawing/2014/main" id="{EA1E7F2E-85AB-4620-9FC6-372AF81CE86C}"/>
                </a:ext>
              </a:extLst>
            </p:cNvPr>
            <p:cNvSpPr/>
            <p:nvPr userDrawn="1"/>
          </p:nvSpPr>
          <p:spPr>
            <a:xfrm>
              <a:off x="9443836" y="175526"/>
              <a:ext cx="236047" cy="1384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  <a:scene3d>
                <a:camera prst="orthographicFront"/>
                <a:lightRig rig="threePt" dir="t"/>
              </a:scene3d>
              <a:sp3d>
                <a:bevelT w="0" h="12700"/>
              </a:sp3d>
            </a:bodyPr>
            <a:lstStyle/>
            <a:p>
              <a:pPr algn="l" defTabSz="1296776" rtl="0" fontAlgn="base" latinLnBrk="1">
                <a:spcBef>
                  <a:spcPct val="20000"/>
                </a:spcBef>
                <a:spcAft>
                  <a:spcPct val="0"/>
                </a:spcAft>
                <a:buClr>
                  <a:srgbClr val="447FC1"/>
                </a:buClr>
                <a:defRPr/>
              </a:pPr>
              <a:r>
                <a:rPr kumimoji="1" lang="en-US" altLang="ko-KR" sz="900" kern="1200">
                  <a:ln w="1270">
                    <a:noFill/>
                  </a:ln>
                  <a:solidFill>
                    <a:schemeClr val="tx2">
                      <a:lumMod val="60000"/>
                      <a:lumOff val="40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Pretendard SemiBold" panose="02000703000000020004" pitchFamily="50" charset="-127"/>
                </a:rPr>
                <a:t>Ⅴ</a:t>
              </a:r>
              <a:endParaRPr kumimoji="1" lang="ko-KR" altLang="en-US" sz="900" kern="1200">
                <a:ln w="1270"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Pretendard SemiBold" panose="02000703000000020004" pitchFamily="50" charset="-127"/>
              </a:endParaRPr>
            </a:p>
          </p:txBody>
        </p:sp>
        <p:cxnSp>
          <p:nvCxnSpPr>
            <p:cNvPr id="119" name="직선 연결선 118">
              <a:extLst>
                <a:ext uri="{FF2B5EF4-FFF2-40B4-BE49-F238E27FC236}">
                  <a16:creationId xmlns:a16="http://schemas.microsoft.com/office/drawing/2014/main" id="{A60C40C0-0E67-430C-A435-B718C48626F7}"/>
                </a:ext>
              </a:extLst>
            </p:cNvPr>
            <p:cNvCxnSpPr/>
            <p:nvPr userDrawn="1"/>
          </p:nvCxnSpPr>
          <p:spPr bwMode="auto">
            <a:xfrm>
              <a:off x="9370194" y="0"/>
              <a:ext cx="0" cy="323950"/>
            </a:xfrm>
            <a:prstGeom prst="line">
              <a:avLst/>
            </a:prstGeom>
            <a:noFill/>
          </p:spPr>
        </p:cxnSp>
      </p:grpSp>
      <p:sp>
        <p:nvSpPr>
          <p:cNvPr id="130" name="내용 개체 틀 2">
            <a:extLst>
              <a:ext uri="{FF2B5EF4-FFF2-40B4-BE49-F238E27FC236}">
                <a16:creationId xmlns:a16="http://schemas.microsoft.com/office/drawing/2014/main" id="{D6789205-D9E7-46D0-AB57-CFDE164D1EA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12540" y="1267976"/>
            <a:ext cx="8569585" cy="2341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 anchorCtr="0">
            <a:spAutoFit/>
          </a:bodyPr>
          <a:lstStyle>
            <a:lvl1pPr marL="0" indent="0" fontAlgn="auto">
              <a:buNone/>
              <a:defRPr kumimoji="0" lang="ko-KR" altLang="en-US" sz="1350" spc="-50" baseline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charset="0"/>
              </a:defRPr>
            </a:lvl1pPr>
          </a:lstStyle>
          <a:p>
            <a:pPr marL="0" lvl="0" indent="0" defTabSz="903512" fontAlgn="base" latinLnBrk="0">
              <a:lnSpc>
                <a:spcPct val="120000"/>
              </a:lnSpc>
              <a:spcBef>
                <a:spcPts val="100"/>
              </a:spcBef>
              <a:spcAft>
                <a:spcPct val="0"/>
              </a:spcAft>
              <a:buClr>
                <a:srgbClr val="4D4D4D"/>
              </a:buClr>
              <a:buSzPct val="120000"/>
            </a:pPr>
            <a:r>
              <a:rPr lang="ko-KR" altLang="en-US" err="1"/>
              <a:t>거버닝</a:t>
            </a:r>
            <a:r>
              <a:rPr lang="ko-KR" altLang="en-US"/>
              <a:t> 메시지 입력란</a:t>
            </a:r>
          </a:p>
        </p:txBody>
      </p:sp>
    </p:spTree>
    <p:extLst>
      <p:ext uri="{BB962C8B-B14F-4D97-AF65-F5344CB8AC3E}">
        <p14:creationId xmlns:p14="http://schemas.microsoft.com/office/powerpoint/2010/main" val="26080973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Ⅲ. 기술부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>
            <a:extLst>
              <a:ext uri="{FF2B5EF4-FFF2-40B4-BE49-F238E27FC236}">
                <a16:creationId xmlns:a16="http://schemas.microsoft.com/office/drawing/2014/main" id="{85F1CF7B-2142-6D60-F1B1-E8FD6F53B1B2}"/>
              </a:ext>
            </a:extLst>
          </p:cNvPr>
          <p:cNvGrpSpPr/>
          <p:nvPr userDrawn="1"/>
        </p:nvGrpSpPr>
        <p:grpSpPr>
          <a:xfrm>
            <a:off x="363052" y="1022905"/>
            <a:ext cx="289642" cy="709614"/>
            <a:chOff x="132465" y="1022905"/>
            <a:chExt cx="289642" cy="709614"/>
          </a:xfrm>
        </p:grpSpPr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7E9C2841-A10D-1044-5B6A-C1A74B485B9F}"/>
                </a:ext>
              </a:extLst>
            </p:cNvPr>
            <p:cNvGrpSpPr/>
            <p:nvPr/>
          </p:nvGrpSpPr>
          <p:grpSpPr>
            <a:xfrm>
              <a:off x="211623" y="1279048"/>
              <a:ext cx="210484" cy="204312"/>
              <a:chOff x="240030" y="1301691"/>
              <a:chExt cx="163830" cy="159026"/>
            </a:xfrm>
          </p:grpSpPr>
          <p:sp>
            <p:nvSpPr>
              <p:cNvPr id="32" name="타원 31">
                <a:extLst>
                  <a:ext uri="{FF2B5EF4-FFF2-40B4-BE49-F238E27FC236}">
                    <a16:creationId xmlns:a16="http://schemas.microsoft.com/office/drawing/2014/main" id="{FFEAB9B4-7C53-14B0-64A3-17C5044735C4}"/>
                  </a:ext>
                </a:extLst>
              </p:cNvPr>
              <p:cNvSpPr/>
              <p:nvPr/>
            </p:nvSpPr>
            <p:spPr>
              <a:xfrm>
                <a:off x="240030" y="1301691"/>
                <a:ext cx="163830" cy="159026"/>
              </a:xfrm>
              <a:prstGeom prst="ellipse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 w="1016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indent="-177800" algn="l">
                  <a:spcBef>
                    <a:spcPts val="300"/>
                  </a:spcBef>
                  <a:buFont typeface="Arial" panose="020B0604020202020204" pitchFamily="34" charset="0"/>
                  <a:buChar char="•"/>
                </a:pPr>
                <a:endParaRPr lang="ko-KR" altLang="en-US" sz="900" spc="-100">
                  <a:ln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Light" panose="02020603020101020101" pitchFamily="18" charset="-127"/>
                  <a:ea typeface="KoPub돋움체 Light" panose="02020603020101020101" pitchFamily="18" charset="-127"/>
                </a:endParaRPr>
              </a:p>
            </p:txBody>
          </p:sp>
          <p:sp>
            <p:nvSpPr>
              <p:cNvPr id="33" name="이등변 삼각형 32">
                <a:extLst>
                  <a:ext uri="{FF2B5EF4-FFF2-40B4-BE49-F238E27FC236}">
                    <a16:creationId xmlns:a16="http://schemas.microsoft.com/office/drawing/2014/main" id="{C14ED4AD-C1C7-5DF3-10A4-FB0F67E07D7E}"/>
                  </a:ext>
                </a:extLst>
              </p:cNvPr>
              <p:cNvSpPr/>
              <p:nvPr/>
            </p:nvSpPr>
            <p:spPr>
              <a:xfrm rot="5400000">
                <a:off x="313252" y="1354033"/>
                <a:ext cx="61858" cy="54342"/>
              </a:xfrm>
              <a:prstGeom prst="triangle">
                <a:avLst/>
              </a:prstGeom>
              <a:solidFill>
                <a:schemeClr val="bg1"/>
              </a:solidFill>
              <a:ln w="1016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indent="-177800" algn="l">
                  <a:spcBef>
                    <a:spcPts val="300"/>
                  </a:spcBef>
                  <a:buFont typeface="Arial" panose="020B0604020202020204" pitchFamily="34" charset="0"/>
                  <a:buChar char="•"/>
                </a:pPr>
                <a:endParaRPr lang="ko-KR" altLang="en-US" sz="900" spc="-100">
                  <a:ln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Light" panose="02020603020101020101" pitchFamily="18" charset="-127"/>
                  <a:ea typeface="KoPub돋움체 Light" panose="02020603020101020101" pitchFamily="18" charset="-127"/>
                </a:endParaRPr>
              </a:p>
            </p:txBody>
          </p:sp>
        </p:grp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20352125-F9E5-A828-FFB9-97D739B53C6C}"/>
                </a:ext>
              </a:extLst>
            </p:cNvPr>
            <p:cNvSpPr/>
            <p:nvPr/>
          </p:nvSpPr>
          <p:spPr>
            <a:xfrm>
              <a:off x="132465" y="1022905"/>
              <a:ext cx="162810" cy="709614"/>
            </a:xfrm>
            <a:prstGeom prst="rect">
              <a:avLst/>
            </a:prstGeom>
            <a:solidFill>
              <a:schemeClr val="bg1"/>
            </a:solidFill>
            <a:ln w="1016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indent="-177800" algn="l">
                <a:spcBef>
                  <a:spcPts val="300"/>
                </a:spcBef>
                <a:buFont typeface="Arial" panose="020B0604020202020204" pitchFamily="34" charset="0"/>
                <a:buChar char="•"/>
              </a:pPr>
              <a:endParaRPr lang="ko-KR" altLang="en-US" sz="900" spc="-10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endParaRPr>
            </a:p>
          </p:txBody>
        </p:sp>
        <p:sp>
          <p:nvSpPr>
            <p:cNvPr id="31" name="자유형: 도형 30">
              <a:extLst>
                <a:ext uri="{FF2B5EF4-FFF2-40B4-BE49-F238E27FC236}">
                  <a16:creationId xmlns:a16="http://schemas.microsoft.com/office/drawing/2014/main" id="{1DD27637-86C0-34F7-B570-369E9DED5FEC}"/>
                </a:ext>
              </a:extLst>
            </p:cNvPr>
            <p:cNvSpPr/>
            <p:nvPr/>
          </p:nvSpPr>
          <p:spPr>
            <a:xfrm>
              <a:off x="300941" y="1069621"/>
              <a:ext cx="0" cy="609184"/>
            </a:xfrm>
            <a:custGeom>
              <a:avLst/>
              <a:gdLst>
                <a:gd name="connsiteX0" fmla="*/ 0 w 0"/>
                <a:gd name="connsiteY0" fmla="*/ 0 h 509286"/>
                <a:gd name="connsiteX1" fmla="*/ 0 w 0"/>
                <a:gd name="connsiteY1" fmla="*/ 509286 h 509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509286">
                  <a:moveTo>
                    <a:pt x="0" y="0"/>
                  </a:moveTo>
                  <a:lnTo>
                    <a:pt x="0" y="509286"/>
                  </a:lnTo>
                </a:path>
              </a:pathLst>
            </a:custGeom>
            <a:noFill/>
            <a:ln w="19050">
              <a:gradFill flip="none" rotWithShape="1"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54000">
                    <a:schemeClr val="tx2">
                      <a:lumMod val="40000"/>
                      <a:lumOff val="60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FFFB8D76-C6BF-1B90-B052-29B719099086}"/>
              </a:ext>
            </a:extLst>
          </p:cNvPr>
          <p:cNvSpPr/>
          <p:nvPr userDrawn="1"/>
        </p:nvSpPr>
        <p:spPr>
          <a:xfrm>
            <a:off x="-600" y="0"/>
            <a:ext cx="9907200" cy="60960"/>
          </a:xfrm>
          <a:prstGeom prst="rect">
            <a:avLst/>
          </a:prstGeom>
          <a:solidFill>
            <a:srgbClr val="E4E9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endParaRPr kumimoji="1" lang="ko-KR" altLang="en-US" sz="1300" b="1">
              <a:ln>
                <a:solidFill>
                  <a:srgbClr val="DE202F">
                    <a:alpha val="0"/>
                  </a:srgbClr>
                </a:solidFill>
              </a:ln>
              <a:solidFill>
                <a:prstClr val="white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A5B23F16-C593-7FCF-3F72-49F21EEA5668}"/>
              </a:ext>
            </a:extLst>
          </p:cNvPr>
          <p:cNvSpPr/>
          <p:nvPr userDrawn="1"/>
        </p:nvSpPr>
        <p:spPr>
          <a:xfrm>
            <a:off x="525000" y="944360"/>
            <a:ext cx="8856000" cy="45719"/>
          </a:xfrm>
          <a:prstGeom prst="rect">
            <a:avLst/>
          </a:prstGeom>
          <a:solidFill>
            <a:srgbClr val="E3E7EC"/>
          </a:solidFill>
          <a:ln w="3175">
            <a:noFill/>
          </a:ln>
          <a:effectLst/>
        </p:spPr>
        <p:txBody>
          <a:bodyPr wrap="none" anchor="ctr"/>
          <a:lstStyle/>
          <a:p>
            <a:pPr lvl="0" algn="ctr" defTabSz="509504" latinLnBrk="0">
              <a:spcBef>
                <a:spcPts val="0"/>
              </a:spcBef>
              <a:spcAft>
                <a:spcPts val="0"/>
              </a:spcAft>
            </a:pPr>
            <a:endParaRPr lang="ko-KR" altLang="en-US" spc="-3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F91D08E7-FEA7-411E-80C2-6D1FE0B722D5}"/>
              </a:ext>
            </a:extLst>
          </p:cNvPr>
          <p:cNvGrpSpPr/>
          <p:nvPr userDrawn="1"/>
        </p:nvGrpSpPr>
        <p:grpSpPr>
          <a:xfrm>
            <a:off x="7451804" y="0"/>
            <a:ext cx="301641" cy="323950"/>
            <a:chOff x="8894827" y="0"/>
            <a:chExt cx="301641" cy="323950"/>
          </a:xfrm>
        </p:grpSpPr>
        <p:cxnSp>
          <p:nvCxnSpPr>
            <p:cNvPr id="41" name="직선 연결선 40">
              <a:extLst>
                <a:ext uri="{FF2B5EF4-FFF2-40B4-BE49-F238E27FC236}">
                  <a16:creationId xmlns:a16="http://schemas.microsoft.com/office/drawing/2014/main" id="{2EE7B13A-B54E-4197-A811-5CDA47AC388B}"/>
                </a:ext>
              </a:extLst>
            </p:cNvPr>
            <p:cNvCxnSpPr/>
            <p:nvPr userDrawn="1"/>
          </p:nvCxnSpPr>
          <p:spPr bwMode="auto">
            <a:xfrm>
              <a:off x="8894827" y="0"/>
              <a:ext cx="0" cy="323950"/>
            </a:xfrm>
            <a:prstGeom prst="line">
              <a:avLst/>
            </a:prstGeom>
            <a:noFill/>
            <a:ln w="3175" cap="flat" cmpd="sng" algn="ctr">
              <a:solidFill>
                <a:schemeClr val="tx2">
                  <a:lumMod val="60000"/>
                  <a:lumOff val="40000"/>
                </a:schemeClr>
              </a:solidFill>
              <a:prstDash val="solid"/>
            </a:ln>
            <a:effectLst/>
          </p:spPr>
        </p:cxn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29A389FA-8972-4D69-9E52-C8D9842B5365}"/>
                </a:ext>
              </a:extLst>
            </p:cNvPr>
            <p:cNvSpPr/>
            <p:nvPr userDrawn="1"/>
          </p:nvSpPr>
          <p:spPr>
            <a:xfrm>
              <a:off x="8960421" y="175526"/>
              <a:ext cx="236047" cy="1384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  <a:scene3d>
                <a:camera prst="orthographicFront"/>
                <a:lightRig rig="threePt" dir="t"/>
              </a:scene3d>
              <a:sp3d>
                <a:bevelT w="0" h="12700"/>
              </a:sp3d>
            </a:bodyPr>
            <a:lstStyle/>
            <a:p>
              <a:pPr marL="0" algn="l" defTabSz="1296776" rtl="0" eaLnBrk="1" latinLnBrk="1" hangingPunct="1">
                <a:spcBef>
                  <a:spcPct val="20000"/>
                </a:spcBef>
                <a:buClr>
                  <a:srgbClr val="447FC1"/>
                </a:buClr>
                <a:defRPr/>
              </a:pPr>
              <a:r>
                <a:rPr lang="en-US" altLang="ko-KR" sz="1000" kern="1200">
                  <a:ln w="1270">
                    <a:solidFill>
                      <a:srgbClr val="00B9F2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Pretendard SemiBold" panose="02000703000000020004" pitchFamily="50" charset="-127"/>
                </a:rPr>
                <a:t>Ⅲ. </a:t>
              </a:r>
              <a:r>
                <a:rPr lang="ko-KR" altLang="en-US" sz="1000" kern="1200">
                  <a:ln w="1270">
                    <a:solidFill>
                      <a:srgbClr val="00B9F2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Pretendard SemiBold" panose="02000703000000020004" pitchFamily="50" charset="-127"/>
                </a:rPr>
                <a:t>기술 부문</a:t>
              </a:r>
              <a:endParaRPr lang="en-US" altLang="ko-KR" sz="1000" kern="1200">
                <a:ln w="1270">
                  <a:solidFill>
                    <a:srgbClr val="00B9F2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Pretendard SemiBold" panose="02000703000000020004" pitchFamily="50" charset="-127"/>
              </a:endParaRPr>
            </a:p>
          </p:txBody>
        </p:sp>
      </p:grp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D4DCB517-1FBC-4749-9717-C5A45780102C}"/>
              </a:ext>
            </a:extLst>
          </p:cNvPr>
          <p:cNvGrpSpPr/>
          <p:nvPr userDrawn="1"/>
        </p:nvGrpSpPr>
        <p:grpSpPr>
          <a:xfrm>
            <a:off x="8752468" y="0"/>
            <a:ext cx="309689" cy="323950"/>
            <a:chOff x="9370194" y="0"/>
            <a:chExt cx="309689" cy="323950"/>
          </a:xfrm>
        </p:grpSpPr>
        <p:cxnSp>
          <p:nvCxnSpPr>
            <p:cNvPr id="69" name="직선 연결선 68">
              <a:extLst>
                <a:ext uri="{FF2B5EF4-FFF2-40B4-BE49-F238E27FC236}">
                  <a16:creationId xmlns:a16="http://schemas.microsoft.com/office/drawing/2014/main" id="{C21E86C2-EC78-4490-9A59-3F99BEB148D8}"/>
                </a:ext>
              </a:extLst>
            </p:cNvPr>
            <p:cNvCxnSpPr/>
            <p:nvPr userDrawn="1"/>
          </p:nvCxnSpPr>
          <p:spPr bwMode="auto">
            <a:xfrm>
              <a:off x="9378241" y="0"/>
              <a:ext cx="0" cy="323950"/>
            </a:xfrm>
            <a:prstGeom prst="line">
              <a:avLst/>
            </a:prstGeom>
            <a:noFill/>
            <a:ln w="3175" cap="flat" cmpd="sng" algn="ctr">
              <a:solidFill>
                <a:srgbClr val="505F68">
                  <a:alpha val="18000"/>
                </a:srgbClr>
              </a:solidFill>
              <a:prstDash val="solid"/>
            </a:ln>
            <a:effectLst/>
          </p:spPr>
        </p:cxnSp>
        <p:sp>
          <p:nvSpPr>
            <p:cNvPr id="71" name="직사각형 70">
              <a:extLst>
                <a:ext uri="{FF2B5EF4-FFF2-40B4-BE49-F238E27FC236}">
                  <a16:creationId xmlns:a16="http://schemas.microsoft.com/office/drawing/2014/main" id="{5F38B0A9-08CA-4C4D-898D-BADD284199EA}"/>
                </a:ext>
              </a:extLst>
            </p:cNvPr>
            <p:cNvSpPr/>
            <p:nvPr userDrawn="1"/>
          </p:nvSpPr>
          <p:spPr>
            <a:xfrm>
              <a:off x="9443836" y="175526"/>
              <a:ext cx="236047" cy="1384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  <a:scene3d>
                <a:camera prst="orthographicFront"/>
                <a:lightRig rig="threePt" dir="t"/>
              </a:scene3d>
              <a:sp3d>
                <a:bevelT w="0" h="12700"/>
              </a:sp3d>
            </a:bodyPr>
            <a:lstStyle/>
            <a:p>
              <a:pPr algn="l" defTabSz="1296776" rtl="0" fontAlgn="base" latinLnBrk="1">
                <a:spcBef>
                  <a:spcPct val="20000"/>
                </a:spcBef>
                <a:spcAft>
                  <a:spcPct val="0"/>
                </a:spcAft>
                <a:buClr>
                  <a:srgbClr val="447FC1"/>
                </a:buClr>
                <a:defRPr/>
              </a:pPr>
              <a:r>
                <a:rPr kumimoji="1" lang="en-US" altLang="ko-KR" sz="900" kern="1200">
                  <a:ln w="1270">
                    <a:noFill/>
                  </a:ln>
                  <a:solidFill>
                    <a:schemeClr val="tx2">
                      <a:lumMod val="60000"/>
                      <a:lumOff val="40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Pretendard SemiBold" panose="02000703000000020004" pitchFamily="50" charset="-127"/>
                </a:rPr>
                <a:t>Ⅳ</a:t>
              </a:r>
              <a:endParaRPr kumimoji="1" lang="ko-KR" altLang="en-US" sz="900" kern="1200">
                <a:ln w="1270"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Pretendard SemiBold" panose="02000703000000020004" pitchFamily="50" charset="-127"/>
              </a:endParaRPr>
            </a:p>
          </p:txBody>
        </p:sp>
        <p:cxnSp>
          <p:nvCxnSpPr>
            <p:cNvPr id="72" name="직선 연결선 71">
              <a:extLst>
                <a:ext uri="{FF2B5EF4-FFF2-40B4-BE49-F238E27FC236}">
                  <a16:creationId xmlns:a16="http://schemas.microsoft.com/office/drawing/2014/main" id="{162D923E-99AB-4728-AE55-08EB518DE9C7}"/>
                </a:ext>
              </a:extLst>
            </p:cNvPr>
            <p:cNvCxnSpPr/>
            <p:nvPr userDrawn="1"/>
          </p:nvCxnSpPr>
          <p:spPr bwMode="auto">
            <a:xfrm>
              <a:off x="9370194" y="0"/>
              <a:ext cx="0" cy="323950"/>
            </a:xfrm>
            <a:prstGeom prst="line">
              <a:avLst/>
            </a:prstGeom>
            <a:noFill/>
          </p:spPr>
        </p:cxnSp>
      </p:grpSp>
      <p:sp>
        <p:nvSpPr>
          <p:cNvPr id="81" name="자유형: 도형 80">
            <a:extLst>
              <a:ext uri="{FF2B5EF4-FFF2-40B4-BE49-F238E27FC236}">
                <a16:creationId xmlns:a16="http://schemas.microsoft.com/office/drawing/2014/main" id="{451221E9-E336-4FF3-BB7E-D6A157194C7A}"/>
              </a:ext>
            </a:extLst>
          </p:cNvPr>
          <p:cNvSpPr/>
          <p:nvPr userDrawn="1"/>
        </p:nvSpPr>
        <p:spPr>
          <a:xfrm>
            <a:off x="7453565" y="0"/>
            <a:ext cx="1306800" cy="60960"/>
          </a:xfrm>
          <a:custGeom>
            <a:avLst/>
            <a:gdLst>
              <a:gd name="connsiteX0" fmla="*/ 0 w 1451804"/>
              <a:gd name="connsiteY0" fmla="*/ 0 h 60960"/>
              <a:gd name="connsiteX1" fmla="*/ 314325 w 1451804"/>
              <a:gd name="connsiteY1" fmla="*/ 0 h 60960"/>
              <a:gd name="connsiteX2" fmla="*/ 1137479 w 1451804"/>
              <a:gd name="connsiteY2" fmla="*/ 0 h 60960"/>
              <a:gd name="connsiteX3" fmla="*/ 1451804 w 1451804"/>
              <a:gd name="connsiteY3" fmla="*/ 0 h 60960"/>
              <a:gd name="connsiteX4" fmla="*/ 1451804 w 1451804"/>
              <a:gd name="connsiteY4" fmla="*/ 60960 h 60960"/>
              <a:gd name="connsiteX5" fmla="*/ 1137479 w 1451804"/>
              <a:gd name="connsiteY5" fmla="*/ 60960 h 60960"/>
              <a:gd name="connsiteX6" fmla="*/ 314325 w 1451804"/>
              <a:gd name="connsiteY6" fmla="*/ 60960 h 60960"/>
              <a:gd name="connsiteX7" fmla="*/ 0 w 1451804"/>
              <a:gd name="connsiteY7" fmla="*/ 60960 h 60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51804" h="60960">
                <a:moveTo>
                  <a:pt x="0" y="0"/>
                </a:moveTo>
                <a:lnTo>
                  <a:pt x="314325" y="0"/>
                </a:lnTo>
                <a:lnTo>
                  <a:pt x="1137479" y="0"/>
                </a:lnTo>
                <a:lnTo>
                  <a:pt x="1451804" y="0"/>
                </a:lnTo>
                <a:lnTo>
                  <a:pt x="1451804" y="60960"/>
                </a:lnTo>
                <a:lnTo>
                  <a:pt x="1137479" y="60960"/>
                </a:lnTo>
                <a:lnTo>
                  <a:pt x="314325" y="60960"/>
                </a:lnTo>
                <a:lnTo>
                  <a:pt x="0" y="60960"/>
                </a:lnTo>
                <a:close/>
              </a:path>
            </a:pathLst>
          </a:custGeom>
          <a:solidFill>
            <a:srgbClr val="1EC5C1"/>
          </a:solidFill>
          <a:ln w="12700"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lvl="0" indent="-157320" algn="ctr" defTabSz="900828" fontAlgn="base" latinLnBrk="0">
              <a:spcBef>
                <a:spcPct val="0"/>
              </a:spcBef>
              <a:spcAft>
                <a:spcPct val="0"/>
              </a:spcAft>
              <a:buClr>
                <a:srgbClr val="808080"/>
              </a:buClr>
              <a:buSzPct val="50000"/>
            </a:pPr>
            <a:endParaRPr kumimoji="1" lang="ko-KR" altLang="en-US" sz="1400" spc="-3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grpSp>
        <p:nvGrpSpPr>
          <p:cNvPr id="107" name="그룹 106">
            <a:extLst>
              <a:ext uri="{FF2B5EF4-FFF2-40B4-BE49-F238E27FC236}">
                <a16:creationId xmlns:a16="http://schemas.microsoft.com/office/drawing/2014/main" id="{51B43C82-8FD0-4B45-A316-DE3515D48F8E}"/>
              </a:ext>
            </a:extLst>
          </p:cNvPr>
          <p:cNvGrpSpPr/>
          <p:nvPr userDrawn="1"/>
        </p:nvGrpSpPr>
        <p:grpSpPr>
          <a:xfrm>
            <a:off x="9107807" y="0"/>
            <a:ext cx="309689" cy="323950"/>
            <a:chOff x="9370194" y="0"/>
            <a:chExt cx="309689" cy="323950"/>
          </a:xfrm>
        </p:grpSpPr>
        <p:cxnSp>
          <p:nvCxnSpPr>
            <p:cNvPr id="108" name="직선 연결선 107">
              <a:extLst>
                <a:ext uri="{FF2B5EF4-FFF2-40B4-BE49-F238E27FC236}">
                  <a16:creationId xmlns:a16="http://schemas.microsoft.com/office/drawing/2014/main" id="{5CF6C210-A0FF-4D14-B444-F2B3A8D8E85D}"/>
                </a:ext>
              </a:extLst>
            </p:cNvPr>
            <p:cNvCxnSpPr/>
            <p:nvPr userDrawn="1"/>
          </p:nvCxnSpPr>
          <p:spPr bwMode="auto">
            <a:xfrm>
              <a:off x="9378241" y="0"/>
              <a:ext cx="0" cy="323950"/>
            </a:xfrm>
            <a:prstGeom prst="line">
              <a:avLst/>
            </a:prstGeom>
            <a:noFill/>
            <a:ln w="3175" cap="flat" cmpd="sng" algn="ctr">
              <a:solidFill>
                <a:srgbClr val="505F68">
                  <a:alpha val="18000"/>
                </a:srgbClr>
              </a:solidFill>
              <a:prstDash val="solid"/>
            </a:ln>
            <a:effectLst/>
          </p:spPr>
        </p:cxnSp>
        <p:sp>
          <p:nvSpPr>
            <p:cNvPr id="110" name="직사각형 109">
              <a:extLst>
                <a:ext uri="{FF2B5EF4-FFF2-40B4-BE49-F238E27FC236}">
                  <a16:creationId xmlns:a16="http://schemas.microsoft.com/office/drawing/2014/main" id="{BBA73EBD-F8EF-44AB-B371-F0109C913A07}"/>
                </a:ext>
              </a:extLst>
            </p:cNvPr>
            <p:cNvSpPr/>
            <p:nvPr userDrawn="1"/>
          </p:nvSpPr>
          <p:spPr>
            <a:xfrm>
              <a:off x="9443836" y="175526"/>
              <a:ext cx="236047" cy="1384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  <a:scene3d>
                <a:camera prst="orthographicFront"/>
                <a:lightRig rig="threePt" dir="t"/>
              </a:scene3d>
              <a:sp3d>
                <a:bevelT w="0" h="12700"/>
              </a:sp3d>
            </a:bodyPr>
            <a:lstStyle/>
            <a:p>
              <a:pPr algn="l" defTabSz="1296776" rtl="0" fontAlgn="base" latinLnBrk="1">
                <a:spcBef>
                  <a:spcPct val="20000"/>
                </a:spcBef>
                <a:spcAft>
                  <a:spcPct val="0"/>
                </a:spcAft>
                <a:buClr>
                  <a:srgbClr val="447FC1"/>
                </a:buClr>
                <a:defRPr/>
              </a:pPr>
              <a:r>
                <a:rPr kumimoji="1" lang="en-US" altLang="ko-KR" sz="900" kern="1200">
                  <a:ln w="1270">
                    <a:noFill/>
                  </a:ln>
                  <a:solidFill>
                    <a:schemeClr val="tx2">
                      <a:lumMod val="60000"/>
                      <a:lumOff val="40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Pretendard SemiBold" panose="02000703000000020004" pitchFamily="50" charset="-127"/>
                </a:rPr>
                <a:t>Ⅴ</a:t>
              </a:r>
              <a:endParaRPr kumimoji="1" lang="ko-KR" altLang="en-US" sz="900" kern="1200">
                <a:ln w="1270"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Pretendard SemiBold" panose="02000703000000020004" pitchFamily="50" charset="-127"/>
              </a:endParaRPr>
            </a:p>
          </p:txBody>
        </p:sp>
        <p:cxnSp>
          <p:nvCxnSpPr>
            <p:cNvPr id="111" name="직선 연결선 110">
              <a:extLst>
                <a:ext uri="{FF2B5EF4-FFF2-40B4-BE49-F238E27FC236}">
                  <a16:creationId xmlns:a16="http://schemas.microsoft.com/office/drawing/2014/main" id="{0480AADB-BE3A-407B-8CCD-84DECFF3A8FC}"/>
                </a:ext>
              </a:extLst>
            </p:cNvPr>
            <p:cNvCxnSpPr/>
            <p:nvPr userDrawn="1"/>
          </p:nvCxnSpPr>
          <p:spPr bwMode="auto">
            <a:xfrm>
              <a:off x="9370194" y="0"/>
              <a:ext cx="0" cy="323950"/>
            </a:xfrm>
            <a:prstGeom prst="line">
              <a:avLst/>
            </a:prstGeom>
            <a:noFill/>
          </p:spPr>
        </p:cxnSp>
      </p:grpSp>
      <p:grpSp>
        <p:nvGrpSpPr>
          <p:cNvPr id="122" name="그룹 121">
            <a:extLst>
              <a:ext uri="{FF2B5EF4-FFF2-40B4-BE49-F238E27FC236}">
                <a16:creationId xmlns:a16="http://schemas.microsoft.com/office/drawing/2014/main" id="{AD6F78F6-197A-41E8-A6AB-8E5A74CA154A}"/>
              </a:ext>
            </a:extLst>
          </p:cNvPr>
          <p:cNvGrpSpPr/>
          <p:nvPr userDrawn="1"/>
        </p:nvGrpSpPr>
        <p:grpSpPr>
          <a:xfrm>
            <a:off x="7092758" y="0"/>
            <a:ext cx="301641" cy="323950"/>
            <a:chOff x="7332347" y="0"/>
            <a:chExt cx="301641" cy="323950"/>
          </a:xfrm>
        </p:grpSpPr>
        <p:cxnSp>
          <p:nvCxnSpPr>
            <p:cNvPr id="125" name="직선 연결선 124">
              <a:extLst>
                <a:ext uri="{FF2B5EF4-FFF2-40B4-BE49-F238E27FC236}">
                  <a16:creationId xmlns:a16="http://schemas.microsoft.com/office/drawing/2014/main" id="{691D7AF4-9053-4A8A-AB8A-2F57454B56AD}"/>
                </a:ext>
              </a:extLst>
            </p:cNvPr>
            <p:cNvCxnSpPr/>
            <p:nvPr userDrawn="1"/>
          </p:nvCxnSpPr>
          <p:spPr bwMode="auto">
            <a:xfrm>
              <a:off x="7332347" y="0"/>
              <a:ext cx="0" cy="323950"/>
            </a:xfrm>
            <a:prstGeom prst="line">
              <a:avLst/>
            </a:prstGeom>
            <a:noFill/>
            <a:ln w="3175" cap="flat" cmpd="sng" algn="ctr">
              <a:solidFill>
                <a:srgbClr val="505F68">
                  <a:alpha val="18000"/>
                </a:srgbClr>
              </a:solidFill>
              <a:prstDash val="solid"/>
            </a:ln>
            <a:effectLst/>
          </p:spPr>
        </p:cxnSp>
        <p:sp>
          <p:nvSpPr>
            <p:cNvPr id="124" name="직사각형 123">
              <a:extLst>
                <a:ext uri="{FF2B5EF4-FFF2-40B4-BE49-F238E27FC236}">
                  <a16:creationId xmlns:a16="http://schemas.microsoft.com/office/drawing/2014/main" id="{8E58C542-7FCC-407F-8B51-58FA867FC74F}"/>
                </a:ext>
              </a:extLst>
            </p:cNvPr>
            <p:cNvSpPr/>
            <p:nvPr userDrawn="1"/>
          </p:nvSpPr>
          <p:spPr>
            <a:xfrm>
              <a:off x="7397941" y="175526"/>
              <a:ext cx="236047" cy="1384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  <a:scene3d>
                <a:camera prst="orthographicFront"/>
                <a:lightRig rig="threePt" dir="t"/>
              </a:scene3d>
              <a:sp3d>
                <a:bevelT w="0" h="12700"/>
              </a:sp3d>
            </a:bodyPr>
            <a:lstStyle/>
            <a:p>
              <a:pPr marL="0" algn="l" defTabSz="1296776" rtl="0" eaLnBrk="1" latinLnBrk="1" hangingPunct="1">
                <a:spcBef>
                  <a:spcPct val="20000"/>
                </a:spcBef>
                <a:buClr>
                  <a:srgbClr val="447FC1"/>
                </a:buClr>
                <a:defRPr/>
              </a:pPr>
              <a:r>
                <a:rPr lang="en-US" altLang="ko-KR" sz="900" kern="1200">
                  <a:ln w="1270">
                    <a:noFill/>
                  </a:ln>
                  <a:solidFill>
                    <a:schemeClr val="tx2">
                      <a:lumMod val="60000"/>
                      <a:lumOff val="40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Pretendard SemiBold" panose="02000703000000020004" pitchFamily="50" charset="-127"/>
                </a:rPr>
                <a:t>Ⅱ</a:t>
              </a:r>
            </a:p>
          </p:txBody>
        </p:sp>
      </p:grp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EFB439AF-969E-43A9-9EFC-831171F01F58}"/>
              </a:ext>
            </a:extLst>
          </p:cNvPr>
          <p:cNvGrpSpPr/>
          <p:nvPr userDrawn="1"/>
        </p:nvGrpSpPr>
        <p:grpSpPr>
          <a:xfrm>
            <a:off x="6736811" y="0"/>
            <a:ext cx="208426" cy="323950"/>
            <a:chOff x="5975681" y="0"/>
            <a:chExt cx="208426" cy="323950"/>
          </a:xfrm>
        </p:grpSpPr>
        <p:cxnSp>
          <p:nvCxnSpPr>
            <p:cNvPr id="128" name="직선 연결선 127">
              <a:extLst>
                <a:ext uri="{FF2B5EF4-FFF2-40B4-BE49-F238E27FC236}">
                  <a16:creationId xmlns:a16="http://schemas.microsoft.com/office/drawing/2014/main" id="{6465E092-FF4E-4775-8246-F803D74B9D7C}"/>
                </a:ext>
              </a:extLst>
            </p:cNvPr>
            <p:cNvCxnSpPr>
              <a:cxnSpLocks/>
            </p:cNvCxnSpPr>
            <p:nvPr userDrawn="1"/>
          </p:nvCxnSpPr>
          <p:spPr bwMode="auto">
            <a:xfrm>
              <a:off x="5975681" y="0"/>
              <a:ext cx="0" cy="323950"/>
            </a:xfrm>
            <a:prstGeom prst="line">
              <a:avLst/>
            </a:prstGeom>
            <a:noFill/>
            <a:ln w="3175" cap="flat" cmpd="sng" algn="ctr">
              <a:solidFill>
                <a:srgbClr val="505F68">
                  <a:alpha val="18000"/>
                </a:srgbClr>
              </a:solidFill>
              <a:prstDash val="solid"/>
            </a:ln>
            <a:effectLst/>
          </p:spPr>
        </p:cxnSp>
        <p:sp>
          <p:nvSpPr>
            <p:cNvPr id="129" name="직사각형 128">
              <a:extLst>
                <a:ext uri="{FF2B5EF4-FFF2-40B4-BE49-F238E27FC236}">
                  <a16:creationId xmlns:a16="http://schemas.microsoft.com/office/drawing/2014/main" id="{2D141836-EC42-4371-AC05-BAAAFA2F91F5}"/>
                </a:ext>
              </a:extLst>
            </p:cNvPr>
            <p:cNvSpPr/>
            <p:nvPr userDrawn="1"/>
          </p:nvSpPr>
          <p:spPr>
            <a:xfrm>
              <a:off x="6028054" y="175526"/>
              <a:ext cx="156053" cy="1384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  <a:scene3d>
                <a:camera prst="orthographicFront"/>
                <a:lightRig rig="threePt" dir="t"/>
              </a:scene3d>
              <a:sp3d>
                <a:bevelT w="0" h="12700"/>
              </a:sp3d>
            </a:bodyPr>
            <a:lstStyle/>
            <a:p>
              <a:pPr lvl="0" defTabSz="1296776">
                <a:spcBef>
                  <a:spcPct val="20000"/>
                </a:spcBef>
                <a:buClr>
                  <a:srgbClr val="447FC1"/>
                </a:buClr>
              </a:pPr>
              <a:r>
                <a:rPr lang="en-US" altLang="ko-KR" sz="900">
                  <a:ln w="1270">
                    <a:noFill/>
                  </a:ln>
                  <a:solidFill>
                    <a:schemeClr val="tx2">
                      <a:lumMod val="60000"/>
                      <a:lumOff val="40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Pretendard SemiBold" panose="02000703000000020004" pitchFamily="50" charset="-127"/>
                </a:rPr>
                <a:t>Ⅰ</a:t>
              </a:r>
            </a:p>
          </p:txBody>
        </p:sp>
      </p:grpSp>
      <p:sp>
        <p:nvSpPr>
          <p:cNvPr id="130" name="내용 개체 틀 2">
            <a:extLst>
              <a:ext uri="{FF2B5EF4-FFF2-40B4-BE49-F238E27FC236}">
                <a16:creationId xmlns:a16="http://schemas.microsoft.com/office/drawing/2014/main" id="{11E48554-8098-4852-A798-29E461B1DC6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12540" y="1267976"/>
            <a:ext cx="8569585" cy="2341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 anchorCtr="0">
            <a:spAutoFit/>
          </a:bodyPr>
          <a:lstStyle>
            <a:lvl1pPr marL="0" indent="0" fontAlgn="auto">
              <a:buNone/>
              <a:defRPr kumimoji="0" lang="ko-KR" altLang="en-US" sz="1350" spc="-50" baseline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charset="0"/>
              </a:defRPr>
            </a:lvl1pPr>
          </a:lstStyle>
          <a:p>
            <a:pPr marL="0" lvl="0" indent="0" defTabSz="903512" fontAlgn="base" latinLnBrk="0">
              <a:lnSpc>
                <a:spcPct val="120000"/>
              </a:lnSpc>
              <a:spcBef>
                <a:spcPts val="100"/>
              </a:spcBef>
              <a:spcAft>
                <a:spcPct val="0"/>
              </a:spcAft>
              <a:buClr>
                <a:srgbClr val="4D4D4D"/>
              </a:buClr>
              <a:buSzPct val="120000"/>
            </a:pPr>
            <a:r>
              <a:rPr lang="ko-KR" altLang="en-US" err="1"/>
              <a:t>거버닝</a:t>
            </a:r>
            <a:r>
              <a:rPr lang="ko-KR" altLang="en-US"/>
              <a:t> 메시지 입력란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54C3F045-4DBC-49BB-84BC-EAE87F51F41A}"/>
              </a:ext>
            </a:extLst>
          </p:cNvPr>
          <p:cNvSpPr/>
          <p:nvPr userDrawn="1"/>
        </p:nvSpPr>
        <p:spPr>
          <a:xfrm>
            <a:off x="497284" y="-479"/>
            <a:ext cx="387264" cy="859230"/>
          </a:xfrm>
          <a:prstGeom prst="rect">
            <a:avLst/>
          </a:prstGeom>
          <a:solidFill>
            <a:srgbClr val="2770A8"/>
          </a:solidFill>
          <a:ln w="1016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indent="-177800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ko-KR" altLang="en-US" sz="900" spc="-10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tx1"/>
              </a:solidFill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378831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일반장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그룹 13">
            <a:extLst>
              <a:ext uri="{FF2B5EF4-FFF2-40B4-BE49-F238E27FC236}">
                <a16:creationId xmlns:a16="http://schemas.microsoft.com/office/drawing/2014/main" id="{FB1161CD-8567-477A-9136-6CBE93E15B1D}"/>
              </a:ext>
            </a:extLst>
          </p:cNvPr>
          <p:cNvGrpSpPr/>
          <p:nvPr userDrawn="1"/>
        </p:nvGrpSpPr>
        <p:grpSpPr>
          <a:xfrm>
            <a:off x="363052" y="1022905"/>
            <a:ext cx="289642" cy="709614"/>
            <a:chOff x="132465" y="1022905"/>
            <a:chExt cx="289642" cy="709614"/>
          </a:xfrm>
        </p:grpSpPr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65A30FB6-4433-4BD0-831C-380823DB3FCD}"/>
                </a:ext>
              </a:extLst>
            </p:cNvPr>
            <p:cNvGrpSpPr/>
            <p:nvPr/>
          </p:nvGrpSpPr>
          <p:grpSpPr>
            <a:xfrm>
              <a:off x="211623" y="1279048"/>
              <a:ext cx="210484" cy="204312"/>
              <a:chOff x="240030" y="1301691"/>
              <a:chExt cx="163830" cy="159026"/>
            </a:xfrm>
          </p:grpSpPr>
          <p:sp>
            <p:nvSpPr>
              <p:cNvPr id="30" name="타원 29">
                <a:extLst>
                  <a:ext uri="{FF2B5EF4-FFF2-40B4-BE49-F238E27FC236}">
                    <a16:creationId xmlns:a16="http://schemas.microsoft.com/office/drawing/2014/main" id="{A5181FFD-EAA4-4EF1-8D62-E90BD9726BFD}"/>
                  </a:ext>
                </a:extLst>
              </p:cNvPr>
              <p:cNvSpPr/>
              <p:nvPr/>
            </p:nvSpPr>
            <p:spPr>
              <a:xfrm>
                <a:off x="240030" y="1301691"/>
                <a:ext cx="163830" cy="159026"/>
              </a:xfrm>
              <a:prstGeom prst="ellipse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 w="1016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indent="-177800" algn="l">
                  <a:spcBef>
                    <a:spcPts val="300"/>
                  </a:spcBef>
                  <a:buFont typeface="Arial" panose="020B0604020202020204" pitchFamily="34" charset="0"/>
                  <a:buChar char="•"/>
                </a:pPr>
                <a:endParaRPr lang="ko-KR" altLang="en-US" sz="900" spc="-100">
                  <a:ln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Light" panose="02020603020101020101" pitchFamily="18" charset="-127"/>
                  <a:ea typeface="KoPub돋움체 Light" panose="02020603020101020101" pitchFamily="18" charset="-127"/>
                </a:endParaRPr>
              </a:p>
            </p:txBody>
          </p:sp>
          <p:sp>
            <p:nvSpPr>
              <p:cNvPr id="31" name="이등변 삼각형 30">
                <a:extLst>
                  <a:ext uri="{FF2B5EF4-FFF2-40B4-BE49-F238E27FC236}">
                    <a16:creationId xmlns:a16="http://schemas.microsoft.com/office/drawing/2014/main" id="{0C6057C7-5C2D-4B46-B482-CF7104DCDCE3}"/>
                  </a:ext>
                </a:extLst>
              </p:cNvPr>
              <p:cNvSpPr/>
              <p:nvPr/>
            </p:nvSpPr>
            <p:spPr>
              <a:xfrm rot="5400000">
                <a:off x="313252" y="1354033"/>
                <a:ext cx="61858" cy="54342"/>
              </a:xfrm>
              <a:prstGeom prst="triangle">
                <a:avLst/>
              </a:prstGeom>
              <a:solidFill>
                <a:schemeClr val="bg1"/>
              </a:solidFill>
              <a:ln w="1016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indent="-177800" algn="l">
                  <a:spcBef>
                    <a:spcPts val="300"/>
                  </a:spcBef>
                  <a:buFont typeface="Arial" panose="020B0604020202020204" pitchFamily="34" charset="0"/>
                  <a:buChar char="•"/>
                </a:pPr>
                <a:endParaRPr lang="ko-KR" altLang="en-US" sz="900" spc="-100">
                  <a:ln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KoPub돋움체 Light" panose="02020603020101020101" pitchFamily="18" charset="-127"/>
                  <a:ea typeface="KoPub돋움체 Light" panose="02020603020101020101" pitchFamily="18" charset="-127"/>
                </a:endParaRPr>
              </a:p>
            </p:txBody>
          </p:sp>
        </p:grp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6E8E5687-3F39-4BD5-8400-86D29DAE629B}"/>
                </a:ext>
              </a:extLst>
            </p:cNvPr>
            <p:cNvSpPr/>
            <p:nvPr/>
          </p:nvSpPr>
          <p:spPr>
            <a:xfrm>
              <a:off x="132465" y="1022905"/>
              <a:ext cx="162810" cy="709614"/>
            </a:xfrm>
            <a:prstGeom prst="rect">
              <a:avLst/>
            </a:prstGeom>
            <a:solidFill>
              <a:schemeClr val="bg1"/>
            </a:solidFill>
            <a:ln w="1016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indent="-177800" algn="l">
                <a:spcBef>
                  <a:spcPts val="300"/>
                </a:spcBef>
                <a:buFont typeface="Arial" panose="020B0604020202020204" pitchFamily="34" charset="0"/>
                <a:buChar char="•"/>
              </a:pPr>
              <a:endParaRPr lang="ko-KR" altLang="en-US" sz="900" spc="-10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endParaRPr>
            </a:p>
          </p:txBody>
        </p:sp>
        <p:sp>
          <p:nvSpPr>
            <p:cNvPr id="17" name="자유형: 도형 16">
              <a:extLst>
                <a:ext uri="{FF2B5EF4-FFF2-40B4-BE49-F238E27FC236}">
                  <a16:creationId xmlns:a16="http://schemas.microsoft.com/office/drawing/2014/main" id="{DD6587A5-0E89-4F18-9AA7-09389A87C98E}"/>
                </a:ext>
              </a:extLst>
            </p:cNvPr>
            <p:cNvSpPr/>
            <p:nvPr/>
          </p:nvSpPr>
          <p:spPr>
            <a:xfrm>
              <a:off x="300941" y="1069621"/>
              <a:ext cx="0" cy="609184"/>
            </a:xfrm>
            <a:custGeom>
              <a:avLst/>
              <a:gdLst>
                <a:gd name="connsiteX0" fmla="*/ 0 w 0"/>
                <a:gd name="connsiteY0" fmla="*/ 0 h 509286"/>
                <a:gd name="connsiteX1" fmla="*/ 0 w 0"/>
                <a:gd name="connsiteY1" fmla="*/ 509286 h 509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509286">
                  <a:moveTo>
                    <a:pt x="0" y="0"/>
                  </a:moveTo>
                  <a:lnTo>
                    <a:pt x="0" y="509286"/>
                  </a:lnTo>
                </a:path>
              </a:pathLst>
            </a:custGeom>
            <a:noFill/>
            <a:ln w="19050">
              <a:gradFill flip="none" rotWithShape="1"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54000">
                    <a:schemeClr val="tx2">
                      <a:lumMod val="40000"/>
                      <a:lumOff val="60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14607F8C-2AB0-4909-9231-239A17BBDFAD}"/>
              </a:ext>
            </a:extLst>
          </p:cNvPr>
          <p:cNvSpPr/>
          <p:nvPr userDrawn="1"/>
        </p:nvSpPr>
        <p:spPr>
          <a:xfrm>
            <a:off x="-600" y="0"/>
            <a:ext cx="9907200" cy="60960"/>
          </a:xfrm>
          <a:prstGeom prst="rect">
            <a:avLst/>
          </a:prstGeom>
          <a:solidFill>
            <a:srgbClr val="E4E9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endParaRPr kumimoji="1" lang="ko-KR" altLang="en-US" sz="1300" b="1">
              <a:ln>
                <a:solidFill>
                  <a:srgbClr val="DE202F">
                    <a:alpha val="0"/>
                  </a:srgbClr>
                </a:solidFill>
              </a:ln>
              <a:solidFill>
                <a:prstClr val="white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DF4FA870-D1C4-48EA-87E6-EE97C0B47DFA}"/>
              </a:ext>
            </a:extLst>
          </p:cNvPr>
          <p:cNvSpPr/>
          <p:nvPr userDrawn="1"/>
        </p:nvSpPr>
        <p:spPr>
          <a:xfrm>
            <a:off x="525000" y="944360"/>
            <a:ext cx="8856000" cy="45719"/>
          </a:xfrm>
          <a:prstGeom prst="rect">
            <a:avLst/>
          </a:prstGeom>
          <a:solidFill>
            <a:srgbClr val="E3E7EC"/>
          </a:solidFill>
          <a:ln w="3175">
            <a:noFill/>
          </a:ln>
          <a:effectLst/>
        </p:spPr>
        <p:txBody>
          <a:bodyPr wrap="none" anchor="ctr"/>
          <a:lstStyle/>
          <a:p>
            <a:pPr lvl="0" algn="ctr" defTabSz="509504" latinLnBrk="0">
              <a:spcBef>
                <a:spcPts val="0"/>
              </a:spcBef>
              <a:spcAft>
                <a:spcPts val="0"/>
              </a:spcAft>
            </a:pPr>
            <a:endParaRPr lang="ko-KR" altLang="en-US" spc="-3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038413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전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1042F1F7-05F4-4377-865A-31311093C752}"/>
              </a:ext>
            </a:extLst>
          </p:cNvPr>
          <p:cNvSpPr/>
          <p:nvPr userDrawn="1"/>
        </p:nvSpPr>
        <p:spPr>
          <a:xfrm>
            <a:off x="-600" y="0"/>
            <a:ext cx="9907200" cy="60960"/>
          </a:xfrm>
          <a:prstGeom prst="rect">
            <a:avLst/>
          </a:prstGeom>
          <a:solidFill>
            <a:srgbClr val="1EC5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r" fontAlgn="base">
              <a:spcBef>
                <a:spcPct val="0"/>
              </a:spcBef>
              <a:spcAft>
                <a:spcPct val="0"/>
              </a:spcAft>
            </a:pPr>
            <a:endParaRPr kumimoji="1" lang="ko-KR" altLang="en-US" sz="1300" b="1">
              <a:ln>
                <a:solidFill>
                  <a:srgbClr val="DE202F">
                    <a:alpha val="0"/>
                  </a:srgbClr>
                </a:solidFill>
              </a:ln>
              <a:solidFill>
                <a:prstClr val="white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E9EC956-E80F-658E-1BAC-CCBDE6ACC263}"/>
              </a:ext>
            </a:extLst>
          </p:cNvPr>
          <p:cNvSpPr/>
          <p:nvPr userDrawn="1"/>
        </p:nvSpPr>
        <p:spPr>
          <a:xfrm>
            <a:off x="525000" y="1164279"/>
            <a:ext cx="8856000" cy="45719"/>
          </a:xfrm>
          <a:prstGeom prst="rect">
            <a:avLst/>
          </a:prstGeom>
          <a:solidFill>
            <a:srgbClr val="E3E7EC"/>
          </a:solidFill>
          <a:ln w="3175">
            <a:noFill/>
          </a:ln>
          <a:effectLst/>
        </p:spPr>
        <p:txBody>
          <a:bodyPr wrap="none" anchor="ctr"/>
          <a:lstStyle/>
          <a:p>
            <a:pPr lvl="0" algn="ctr" defTabSz="509504" latinLnBrk="0">
              <a:spcBef>
                <a:spcPts val="0"/>
              </a:spcBef>
              <a:spcAft>
                <a:spcPts val="0"/>
              </a:spcAft>
            </a:pPr>
            <a:endParaRPr lang="ko-KR" altLang="en-US" spc="-3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539408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58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그룹 11">
            <a:extLst>
              <a:ext uri="{FF2B5EF4-FFF2-40B4-BE49-F238E27FC236}">
                <a16:creationId xmlns:a16="http://schemas.microsoft.com/office/drawing/2014/main" id="{8816B63E-38F6-9009-7B56-16DD06777013}"/>
              </a:ext>
            </a:extLst>
          </p:cNvPr>
          <p:cNvGrpSpPr/>
          <p:nvPr userDrawn="1"/>
        </p:nvGrpSpPr>
        <p:grpSpPr>
          <a:xfrm>
            <a:off x="8752751" y="6562971"/>
            <a:ext cx="628249" cy="145766"/>
            <a:chOff x="1061368" y="7488187"/>
            <a:chExt cx="646236" cy="153134"/>
          </a:xfrm>
        </p:grpSpPr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8388325E-0B79-1276-CCE2-3AFD295AE6C4}"/>
                </a:ext>
              </a:extLst>
            </p:cNvPr>
            <p:cNvGrpSpPr/>
            <p:nvPr/>
          </p:nvGrpSpPr>
          <p:grpSpPr>
            <a:xfrm>
              <a:off x="1061368" y="7488187"/>
              <a:ext cx="153134" cy="153134"/>
              <a:chOff x="854550" y="6246967"/>
              <a:chExt cx="237290" cy="237290"/>
            </a:xfrm>
          </p:grpSpPr>
          <p:sp>
            <p:nvSpPr>
              <p:cNvPr id="30" name="Freeform 7">
                <a:extLst>
                  <a:ext uri="{FF2B5EF4-FFF2-40B4-BE49-F238E27FC236}">
                    <a16:creationId xmlns:a16="http://schemas.microsoft.com/office/drawing/2014/main" id="{70E53AA3-2C9B-A3C6-A0AD-2957DD0E4A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4550" y="6246967"/>
                <a:ext cx="237290" cy="237290"/>
              </a:xfrm>
              <a:custGeom>
                <a:avLst/>
                <a:gdLst>
                  <a:gd name="T0" fmla="*/ 308 w 618"/>
                  <a:gd name="T1" fmla="*/ 618 h 618"/>
                  <a:gd name="T2" fmla="*/ 372 w 618"/>
                  <a:gd name="T3" fmla="*/ 612 h 618"/>
                  <a:gd name="T4" fmla="*/ 430 w 618"/>
                  <a:gd name="T5" fmla="*/ 594 h 618"/>
                  <a:gd name="T6" fmla="*/ 482 w 618"/>
                  <a:gd name="T7" fmla="*/ 566 h 618"/>
                  <a:gd name="T8" fmla="*/ 528 w 618"/>
                  <a:gd name="T9" fmla="*/ 528 h 618"/>
                  <a:gd name="T10" fmla="*/ 564 w 618"/>
                  <a:gd name="T11" fmla="*/ 482 h 618"/>
                  <a:gd name="T12" fmla="*/ 594 w 618"/>
                  <a:gd name="T13" fmla="*/ 430 h 618"/>
                  <a:gd name="T14" fmla="*/ 612 w 618"/>
                  <a:gd name="T15" fmla="*/ 372 h 618"/>
                  <a:gd name="T16" fmla="*/ 618 w 618"/>
                  <a:gd name="T17" fmla="*/ 310 h 618"/>
                  <a:gd name="T18" fmla="*/ 616 w 618"/>
                  <a:gd name="T19" fmla="*/ 278 h 618"/>
                  <a:gd name="T20" fmla="*/ 604 w 618"/>
                  <a:gd name="T21" fmla="*/ 218 h 618"/>
                  <a:gd name="T22" fmla="*/ 580 w 618"/>
                  <a:gd name="T23" fmla="*/ 162 h 618"/>
                  <a:gd name="T24" fmla="*/ 548 w 618"/>
                  <a:gd name="T25" fmla="*/ 112 h 618"/>
                  <a:gd name="T26" fmla="*/ 506 w 618"/>
                  <a:gd name="T27" fmla="*/ 70 h 618"/>
                  <a:gd name="T28" fmla="*/ 456 w 618"/>
                  <a:gd name="T29" fmla="*/ 38 h 618"/>
                  <a:gd name="T30" fmla="*/ 400 w 618"/>
                  <a:gd name="T31" fmla="*/ 14 h 618"/>
                  <a:gd name="T32" fmla="*/ 340 w 618"/>
                  <a:gd name="T33" fmla="*/ 2 h 618"/>
                  <a:gd name="T34" fmla="*/ 308 w 618"/>
                  <a:gd name="T35" fmla="*/ 0 h 618"/>
                  <a:gd name="T36" fmla="*/ 246 w 618"/>
                  <a:gd name="T37" fmla="*/ 6 h 618"/>
                  <a:gd name="T38" fmla="*/ 188 w 618"/>
                  <a:gd name="T39" fmla="*/ 24 h 618"/>
                  <a:gd name="T40" fmla="*/ 136 w 618"/>
                  <a:gd name="T41" fmla="*/ 52 h 618"/>
                  <a:gd name="T42" fmla="*/ 90 w 618"/>
                  <a:gd name="T43" fmla="*/ 90 h 618"/>
                  <a:gd name="T44" fmla="*/ 52 w 618"/>
                  <a:gd name="T45" fmla="*/ 136 h 618"/>
                  <a:gd name="T46" fmla="*/ 24 w 618"/>
                  <a:gd name="T47" fmla="*/ 188 h 618"/>
                  <a:gd name="T48" fmla="*/ 6 w 618"/>
                  <a:gd name="T49" fmla="*/ 246 h 618"/>
                  <a:gd name="T50" fmla="*/ 0 w 618"/>
                  <a:gd name="T51" fmla="*/ 310 h 618"/>
                  <a:gd name="T52" fmla="*/ 2 w 618"/>
                  <a:gd name="T53" fmla="*/ 340 h 618"/>
                  <a:gd name="T54" fmla="*/ 14 w 618"/>
                  <a:gd name="T55" fmla="*/ 400 h 618"/>
                  <a:gd name="T56" fmla="*/ 38 w 618"/>
                  <a:gd name="T57" fmla="*/ 456 h 618"/>
                  <a:gd name="T58" fmla="*/ 70 w 618"/>
                  <a:gd name="T59" fmla="*/ 506 h 618"/>
                  <a:gd name="T60" fmla="*/ 112 w 618"/>
                  <a:gd name="T61" fmla="*/ 548 h 618"/>
                  <a:gd name="T62" fmla="*/ 162 w 618"/>
                  <a:gd name="T63" fmla="*/ 580 h 618"/>
                  <a:gd name="T64" fmla="*/ 216 w 618"/>
                  <a:gd name="T65" fmla="*/ 604 h 618"/>
                  <a:gd name="T66" fmla="*/ 278 w 618"/>
                  <a:gd name="T67" fmla="*/ 616 h 6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618" h="618">
                    <a:moveTo>
                      <a:pt x="308" y="618"/>
                    </a:moveTo>
                    <a:lnTo>
                      <a:pt x="308" y="618"/>
                    </a:lnTo>
                    <a:lnTo>
                      <a:pt x="340" y="616"/>
                    </a:lnTo>
                    <a:lnTo>
                      <a:pt x="372" y="612"/>
                    </a:lnTo>
                    <a:lnTo>
                      <a:pt x="400" y="604"/>
                    </a:lnTo>
                    <a:lnTo>
                      <a:pt x="430" y="594"/>
                    </a:lnTo>
                    <a:lnTo>
                      <a:pt x="456" y="580"/>
                    </a:lnTo>
                    <a:lnTo>
                      <a:pt x="482" y="566"/>
                    </a:lnTo>
                    <a:lnTo>
                      <a:pt x="506" y="548"/>
                    </a:lnTo>
                    <a:lnTo>
                      <a:pt x="528" y="528"/>
                    </a:lnTo>
                    <a:lnTo>
                      <a:pt x="548" y="506"/>
                    </a:lnTo>
                    <a:lnTo>
                      <a:pt x="564" y="482"/>
                    </a:lnTo>
                    <a:lnTo>
                      <a:pt x="580" y="456"/>
                    </a:lnTo>
                    <a:lnTo>
                      <a:pt x="594" y="430"/>
                    </a:lnTo>
                    <a:lnTo>
                      <a:pt x="604" y="400"/>
                    </a:lnTo>
                    <a:lnTo>
                      <a:pt x="612" y="372"/>
                    </a:lnTo>
                    <a:lnTo>
                      <a:pt x="616" y="340"/>
                    </a:lnTo>
                    <a:lnTo>
                      <a:pt x="618" y="310"/>
                    </a:lnTo>
                    <a:lnTo>
                      <a:pt x="618" y="310"/>
                    </a:lnTo>
                    <a:lnTo>
                      <a:pt x="616" y="278"/>
                    </a:lnTo>
                    <a:lnTo>
                      <a:pt x="612" y="246"/>
                    </a:lnTo>
                    <a:lnTo>
                      <a:pt x="604" y="218"/>
                    </a:lnTo>
                    <a:lnTo>
                      <a:pt x="594" y="188"/>
                    </a:lnTo>
                    <a:lnTo>
                      <a:pt x="580" y="162"/>
                    </a:lnTo>
                    <a:lnTo>
                      <a:pt x="564" y="136"/>
                    </a:lnTo>
                    <a:lnTo>
                      <a:pt x="548" y="112"/>
                    </a:lnTo>
                    <a:lnTo>
                      <a:pt x="528" y="90"/>
                    </a:lnTo>
                    <a:lnTo>
                      <a:pt x="506" y="70"/>
                    </a:lnTo>
                    <a:lnTo>
                      <a:pt x="482" y="52"/>
                    </a:lnTo>
                    <a:lnTo>
                      <a:pt x="456" y="38"/>
                    </a:lnTo>
                    <a:lnTo>
                      <a:pt x="430" y="24"/>
                    </a:lnTo>
                    <a:lnTo>
                      <a:pt x="400" y="14"/>
                    </a:lnTo>
                    <a:lnTo>
                      <a:pt x="372" y="6"/>
                    </a:lnTo>
                    <a:lnTo>
                      <a:pt x="340" y="2"/>
                    </a:lnTo>
                    <a:lnTo>
                      <a:pt x="308" y="0"/>
                    </a:lnTo>
                    <a:lnTo>
                      <a:pt x="308" y="0"/>
                    </a:lnTo>
                    <a:lnTo>
                      <a:pt x="278" y="2"/>
                    </a:lnTo>
                    <a:lnTo>
                      <a:pt x="246" y="6"/>
                    </a:lnTo>
                    <a:lnTo>
                      <a:pt x="216" y="14"/>
                    </a:lnTo>
                    <a:lnTo>
                      <a:pt x="188" y="24"/>
                    </a:lnTo>
                    <a:lnTo>
                      <a:pt x="162" y="38"/>
                    </a:lnTo>
                    <a:lnTo>
                      <a:pt x="136" y="52"/>
                    </a:lnTo>
                    <a:lnTo>
                      <a:pt x="112" y="70"/>
                    </a:lnTo>
                    <a:lnTo>
                      <a:pt x="90" y="90"/>
                    </a:lnTo>
                    <a:lnTo>
                      <a:pt x="70" y="112"/>
                    </a:lnTo>
                    <a:lnTo>
                      <a:pt x="52" y="136"/>
                    </a:lnTo>
                    <a:lnTo>
                      <a:pt x="38" y="162"/>
                    </a:lnTo>
                    <a:lnTo>
                      <a:pt x="24" y="188"/>
                    </a:lnTo>
                    <a:lnTo>
                      <a:pt x="14" y="218"/>
                    </a:lnTo>
                    <a:lnTo>
                      <a:pt x="6" y="246"/>
                    </a:lnTo>
                    <a:lnTo>
                      <a:pt x="2" y="278"/>
                    </a:lnTo>
                    <a:lnTo>
                      <a:pt x="0" y="310"/>
                    </a:lnTo>
                    <a:lnTo>
                      <a:pt x="0" y="310"/>
                    </a:lnTo>
                    <a:lnTo>
                      <a:pt x="2" y="340"/>
                    </a:lnTo>
                    <a:lnTo>
                      <a:pt x="6" y="372"/>
                    </a:lnTo>
                    <a:lnTo>
                      <a:pt x="14" y="400"/>
                    </a:lnTo>
                    <a:lnTo>
                      <a:pt x="24" y="430"/>
                    </a:lnTo>
                    <a:lnTo>
                      <a:pt x="38" y="456"/>
                    </a:lnTo>
                    <a:lnTo>
                      <a:pt x="52" y="482"/>
                    </a:lnTo>
                    <a:lnTo>
                      <a:pt x="70" y="506"/>
                    </a:lnTo>
                    <a:lnTo>
                      <a:pt x="90" y="528"/>
                    </a:lnTo>
                    <a:lnTo>
                      <a:pt x="112" y="548"/>
                    </a:lnTo>
                    <a:lnTo>
                      <a:pt x="136" y="566"/>
                    </a:lnTo>
                    <a:lnTo>
                      <a:pt x="162" y="580"/>
                    </a:lnTo>
                    <a:lnTo>
                      <a:pt x="188" y="594"/>
                    </a:lnTo>
                    <a:lnTo>
                      <a:pt x="216" y="604"/>
                    </a:lnTo>
                    <a:lnTo>
                      <a:pt x="246" y="612"/>
                    </a:lnTo>
                    <a:lnTo>
                      <a:pt x="278" y="616"/>
                    </a:lnTo>
                    <a:lnTo>
                      <a:pt x="308" y="618"/>
                    </a:lnTo>
                    <a:close/>
                  </a:path>
                </a:pathLst>
              </a:custGeom>
              <a:solidFill>
                <a:srgbClr val="C00C3F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633">
                  <a:solidFill>
                    <a:prstClr val="black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  <p:sp>
            <p:nvSpPr>
              <p:cNvPr id="31" name="Freeform 8">
                <a:extLst>
                  <a:ext uri="{FF2B5EF4-FFF2-40B4-BE49-F238E27FC236}">
                    <a16:creationId xmlns:a16="http://schemas.microsoft.com/office/drawing/2014/main" id="{AEC0F51A-E2A3-EFDB-5450-4CF71C4B7C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4550" y="6246967"/>
                <a:ext cx="237290" cy="237290"/>
              </a:xfrm>
              <a:custGeom>
                <a:avLst/>
                <a:gdLst>
                  <a:gd name="T0" fmla="*/ 308 w 618"/>
                  <a:gd name="T1" fmla="*/ 618 h 618"/>
                  <a:gd name="T2" fmla="*/ 372 w 618"/>
                  <a:gd name="T3" fmla="*/ 612 h 618"/>
                  <a:gd name="T4" fmla="*/ 430 w 618"/>
                  <a:gd name="T5" fmla="*/ 594 h 618"/>
                  <a:gd name="T6" fmla="*/ 482 w 618"/>
                  <a:gd name="T7" fmla="*/ 566 h 618"/>
                  <a:gd name="T8" fmla="*/ 528 w 618"/>
                  <a:gd name="T9" fmla="*/ 528 h 618"/>
                  <a:gd name="T10" fmla="*/ 564 w 618"/>
                  <a:gd name="T11" fmla="*/ 482 h 618"/>
                  <a:gd name="T12" fmla="*/ 594 w 618"/>
                  <a:gd name="T13" fmla="*/ 430 h 618"/>
                  <a:gd name="T14" fmla="*/ 612 w 618"/>
                  <a:gd name="T15" fmla="*/ 372 h 618"/>
                  <a:gd name="T16" fmla="*/ 618 w 618"/>
                  <a:gd name="T17" fmla="*/ 310 h 618"/>
                  <a:gd name="T18" fmla="*/ 616 w 618"/>
                  <a:gd name="T19" fmla="*/ 278 h 618"/>
                  <a:gd name="T20" fmla="*/ 604 w 618"/>
                  <a:gd name="T21" fmla="*/ 218 h 618"/>
                  <a:gd name="T22" fmla="*/ 580 w 618"/>
                  <a:gd name="T23" fmla="*/ 162 h 618"/>
                  <a:gd name="T24" fmla="*/ 548 w 618"/>
                  <a:gd name="T25" fmla="*/ 112 h 618"/>
                  <a:gd name="T26" fmla="*/ 506 w 618"/>
                  <a:gd name="T27" fmla="*/ 70 h 618"/>
                  <a:gd name="T28" fmla="*/ 456 w 618"/>
                  <a:gd name="T29" fmla="*/ 38 h 618"/>
                  <a:gd name="T30" fmla="*/ 400 w 618"/>
                  <a:gd name="T31" fmla="*/ 14 h 618"/>
                  <a:gd name="T32" fmla="*/ 340 w 618"/>
                  <a:gd name="T33" fmla="*/ 2 h 618"/>
                  <a:gd name="T34" fmla="*/ 308 w 618"/>
                  <a:gd name="T35" fmla="*/ 0 h 618"/>
                  <a:gd name="T36" fmla="*/ 246 w 618"/>
                  <a:gd name="T37" fmla="*/ 6 h 618"/>
                  <a:gd name="T38" fmla="*/ 188 w 618"/>
                  <a:gd name="T39" fmla="*/ 24 h 618"/>
                  <a:gd name="T40" fmla="*/ 136 w 618"/>
                  <a:gd name="T41" fmla="*/ 52 h 618"/>
                  <a:gd name="T42" fmla="*/ 90 w 618"/>
                  <a:gd name="T43" fmla="*/ 90 h 618"/>
                  <a:gd name="T44" fmla="*/ 52 w 618"/>
                  <a:gd name="T45" fmla="*/ 136 h 618"/>
                  <a:gd name="T46" fmla="*/ 24 w 618"/>
                  <a:gd name="T47" fmla="*/ 188 h 618"/>
                  <a:gd name="T48" fmla="*/ 6 w 618"/>
                  <a:gd name="T49" fmla="*/ 246 h 618"/>
                  <a:gd name="T50" fmla="*/ 0 w 618"/>
                  <a:gd name="T51" fmla="*/ 310 h 618"/>
                  <a:gd name="T52" fmla="*/ 2 w 618"/>
                  <a:gd name="T53" fmla="*/ 340 h 618"/>
                  <a:gd name="T54" fmla="*/ 14 w 618"/>
                  <a:gd name="T55" fmla="*/ 400 h 618"/>
                  <a:gd name="T56" fmla="*/ 38 w 618"/>
                  <a:gd name="T57" fmla="*/ 456 h 618"/>
                  <a:gd name="T58" fmla="*/ 70 w 618"/>
                  <a:gd name="T59" fmla="*/ 506 h 618"/>
                  <a:gd name="T60" fmla="*/ 112 w 618"/>
                  <a:gd name="T61" fmla="*/ 548 h 618"/>
                  <a:gd name="T62" fmla="*/ 162 w 618"/>
                  <a:gd name="T63" fmla="*/ 580 h 618"/>
                  <a:gd name="T64" fmla="*/ 216 w 618"/>
                  <a:gd name="T65" fmla="*/ 604 h 618"/>
                  <a:gd name="T66" fmla="*/ 278 w 618"/>
                  <a:gd name="T67" fmla="*/ 616 h 6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618" h="618">
                    <a:moveTo>
                      <a:pt x="308" y="618"/>
                    </a:moveTo>
                    <a:lnTo>
                      <a:pt x="308" y="618"/>
                    </a:lnTo>
                    <a:lnTo>
                      <a:pt x="340" y="616"/>
                    </a:lnTo>
                    <a:lnTo>
                      <a:pt x="372" y="612"/>
                    </a:lnTo>
                    <a:lnTo>
                      <a:pt x="400" y="604"/>
                    </a:lnTo>
                    <a:lnTo>
                      <a:pt x="430" y="594"/>
                    </a:lnTo>
                    <a:lnTo>
                      <a:pt x="456" y="580"/>
                    </a:lnTo>
                    <a:lnTo>
                      <a:pt x="482" y="566"/>
                    </a:lnTo>
                    <a:lnTo>
                      <a:pt x="506" y="548"/>
                    </a:lnTo>
                    <a:lnTo>
                      <a:pt x="528" y="528"/>
                    </a:lnTo>
                    <a:lnTo>
                      <a:pt x="548" y="506"/>
                    </a:lnTo>
                    <a:lnTo>
                      <a:pt x="564" y="482"/>
                    </a:lnTo>
                    <a:lnTo>
                      <a:pt x="580" y="456"/>
                    </a:lnTo>
                    <a:lnTo>
                      <a:pt x="594" y="430"/>
                    </a:lnTo>
                    <a:lnTo>
                      <a:pt x="604" y="400"/>
                    </a:lnTo>
                    <a:lnTo>
                      <a:pt x="612" y="372"/>
                    </a:lnTo>
                    <a:lnTo>
                      <a:pt x="616" y="340"/>
                    </a:lnTo>
                    <a:lnTo>
                      <a:pt x="618" y="310"/>
                    </a:lnTo>
                    <a:lnTo>
                      <a:pt x="618" y="310"/>
                    </a:lnTo>
                    <a:lnTo>
                      <a:pt x="616" y="278"/>
                    </a:lnTo>
                    <a:lnTo>
                      <a:pt x="612" y="246"/>
                    </a:lnTo>
                    <a:lnTo>
                      <a:pt x="604" y="218"/>
                    </a:lnTo>
                    <a:lnTo>
                      <a:pt x="594" y="188"/>
                    </a:lnTo>
                    <a:lnTo>
                      <a:pt x="580" y="162"/>
                    </a:lnTo>
                    <a:lnTo>
                      <a:pt x="564" y="136"/>
                    </a:lnTo>
                    <a:lnTo>
                      <a:pt x="548" y="112"/>
                    </a:lnTo>
                    <a:lnTo>
                      <a:pt x="528" y="90"/>
                    </a:lnTo>
                    <a:lnTo>
                      <a:pt x="506" y="70"/>
                    </a:lnTo>
                    <a:lnTo>
                      <a:pt x="482" y="52"/>
                    </a:lnTo>
                    <a:lnTo>
                      <a:pt x="456" y="38"/>
                    </a:lnTo>
                    <a:lnTo>
                      <a:pt x="430" y="24"/>
                    </a:lnTo>
                    <a:lnTo>
                      <a:pt x="400" y="14"/>
                    </a:lnTo>
                    <a:lnTo>
                      <a:pt x="372" y="6"/>
                    </a:lnTo>
                    <a:lnTo>
                      <a:pt x="340" y="2"/>
                    </a:lnTo>
                    <a:lnTo>
                      <a:pt x="308" y="0"/>
                    </a:lnTo>
                    <a:lnTo>
                      <a:pt x="308" y="0"/>
                    </a:lnTo>
                    <a:lnTo>
                      <a:pt x="278" y="2"/>
                    </a:lnTo>
                    <a:lnTo>
                      <a:pt x="246" y="6"/>
                    </a:lnTo>
                    <a:lnTo>
                      <a:pt x="216" y="14"/>
                    </a:lnTo>
                    <a:lnTo>
                      <a:pt x="188" y="24"/>
                    </a:lnTo>
                    <a:lnTo>
                      <a:pt x="162" y="38"/>
                    </a:lnTo>
                    <a:lnTo>
                      <a:pt x="136" y="52"/>
                    </a:lnTo>
                    <a:lnTo>
                      <a:pt x="112" y="70"/>
                    </a:lnTo>
                    <a:lnTo>
                      <a:pt x="90" y="90"/>
                    </a:lnTo>
                    <a:lnTo>
                      <a:pt x="70" y="112"/>
                    </a:lnTo>
                    <a:lnTo>
                      <a:pt x="52" y="136"/>
                    </a:lnTo>
                    <a:lnTo>
                      <a:pt x="38" y="162"/>
                    </a:lnTo>
                    <a:lnTo>
                      <a:pt x="24" y="188"/>
                    </a:lnTo>
                    <a:lnTo>
                      <a:pt x="14" y="218"/>
                    </a:lnTo>
                    <a:lnTo>
                      <a:pt x="6" y="246"/>
                    </a:lnTo>
                    <a:lnTo>
                      <a:pt x="2" y="278"/>
                    </a:lnTo>
                    <a:lnTo>
                      <a:pt x="0" y="310"/>
                    </a:lnTo>
                    <a:lnTo>
                      <a:pt x="0" y="310"/>
                    </a:lnTo>
                    <a:lnTo>
                      <a:pt x="2" y="340"/>
                    </a:lnTo>
                    <a:lnTo>
                      <a:pt x="6" y="372"/>
                    </a:lnTo>
                    <a:lnTo>
                      <a:pt x="14" y="400"/>
                    </a:lnTo>
                    <a:lnTo>
                      <a:pt x="24" y="430"/>
                    </a:lnTo>
                    <a:lnTo>
                      <a:pt x="38" y="456"/>
                    </a:lnTo>
                    <a:lnTo>
                      <a:pt x="52" y="482"/>
                    </a:lnTo>
                    <a:lnTo>
                      <a:pt x="70" y="506"/>
                    </a:lnTo>
                    <a:lnTo>
                      <a:pt x="90" y="528"/>
                    </a:lnTo>
                    <a:lnTo>
                      <a:pt x="112" y="548"/>
                    </a:lnTo>
                    <a:lnTo>
                      <a:pt x="136" y="566"/>
                    </a:lnTo>
                    <a:lnTo>
                      <a:pt x="162" y="580"/>
                    </a:lnTo>
                    <a:lnTo>
                      <a:pt x="188" y="594"/>
                    </a:lnTo>
                    <a:lnTo>
                      <a:pt x="216" y="604"/>
                    </a:lnTo>
                    <a:lnTo>
                      <a:pt x="246" y="612"/>
                    </a:lnTo>
                    <a:lnTo>
                      <a:pt x="278" y="616"/>
                    </a:lnTo>
                    <a:lnTo>
                      <a:pt x="308" y="618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633"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  <p:sp>
            <p:nvSpPr>
              <p:cNvPr id="32" name="Freeform 9">
                <a:extLst>
                  <a:ext uri="{FF2B5EF4-FFF2-40B4-BE49-F238E27FC236}">
                    <a16:creationId xmlns:a16="http://schemas.microsoft.com/office/drawing/2014/main" id="{12A13175-1DDD-AFA6-8D0D-4E7F601FFA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8204" y="6313777"/>
                <a:ext cx="33021" cy="103670"/>
              </a:xfrm>
              <a:custGeom>
                <a:avLst/>
                <a:gdLst>
                  <a:gd name="T0" fmla="*/ 0 w 86"/>
                  <a:gd name="T1" fmla="*/ 0 h 270"/>
                  <a:gd name="T2" fmla="*/ 0 w 86"/>
                  <a:gd name="T3" fmla="*/ 270 h 270"/>
                  <a:gd name="T4" fmla="*/ 86 w 86"/>
                  <a:gd name="T5" fmla="*/ 270 h 270"/>
                  <a:gd name="T6" fmla="*/ 86 w 86"/>
                  <a:gd name="T7" fmla="*/ 246 h 270"/>
                  <a:gd name="T8" fmla="*/ 26 w 86"/>
                  <a:gd name="T9" fmla="*/ 246 h 270"/>
                  <a:gd name="T10" fmla="*/ 26 w 86"/>
                  <a:gd name="T11" fmla="*/ 0 h 270"/>
                  <a:gd name="T12" fmla="*/ 0 w 86"/>
                  <a:gd name="T13" fmla="*/ 0 h 2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6" h="270">
                    <a:moveTo>
                      <a:pt x="0" y="0"/>
                    </a:moveTo>
                    <a:lnTo>
                      <a:pt x="0" y="270"/>
                    </a:lnTo>
                    <a:lnTo>
                      <a:pt x="86" y="270"/>
                    </a:lnTo>
                    <a:lnTo>
                      <a:pt x="86" y="246"/>
                    </a:lnTo>
                    <a:lnTo>
                      <a:pt x="26" y="246"/>
                    </a:lnTo>
                    <a:lnTo>
                      <a:pt x="2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633"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  <p:sp>
            <p:nvSpPr>
              <p:cNvPr id="33" name="Freeform 10">
                <a:extLst>
                  <a:ext uri="{FF2B5EF4-FFF2-40B4-BE49-F238E27FC236}">
                    <a16:creationId xmlns:a16="http://schemas.microsoft.com/office/drawing/2014/main" id="{0751EDFA-2F33-2DE0-1D4A-336DEB6AE2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1360" y="6313777"/>
                <a:ext cx="28414" cy="28414"/>
              </a:xfrm>
              <a:custGeom>
                <a:avLst/>
                <a:gdLst>
                  <a:gd name="T0" fmla="*/ 36 w 74"/>
                  <a:gd name="T1" fmla="*/ 74 h 74"/>
                  <a:gd name="T2" fmla="*/ 36 w 74"/>
                  <a:gd name="T3" fmla="*/ 74 h 74"/>
                  <a:gd name="T4" fmla="*/ 44 w 74"/>
                  <a:gd name="T5" fmla="*/ 72 h 74"/>
                  <a:gd name="T6" fmla="*/ 50 w 74"/>
                  <a:gd name="T7" fmla="*/ 70 h 74"/>
                  <a:gd name="T8" fmla="*/ 56 w 74"/>
                  <a:gd name="T9" fmla="*/ 68 h 74"/>
                  <a:gd name="T10" fmla="*/ 62 w 74"/>
                  <a:gd name="T11" fmla="*/ 62 h 74"/>
                  <a:gd name="T12" fmla="*/ 66 w 74"/>
                  <a:gd name="T13" fmla="*/ 58 h 74"/>
                  <a:gd name="T14" fmla="*/ 70 w 74"/>
                  <a:gd name="T15" fmla="*/ 50 h 74"/>
                  <a:gd name="T16" fmla="*/ 72 w 74"/>
                  <a:gd name="T17" fmla="*/ 44 h 74"/>
                  <a:gd name="T18" fmla="*/ 74 w 74"/>
                  <a:gd name="T19" fmla="*/ 36 h 74"/>
                  <a:gd name="T20" fmla="*/ 74 w 74"/>
                  <a:gd name="T21" fmla="*/ 36 h 74"/>
                  <a:gd name="T22" fmla="*/ 72 w 74"/>
                  <a:gd name="T23" fmla="*/ 28 h 74"/>
                  <a:gd name="T24" fmla="*/ 70 w 74"/>
                  <a:gd name="T25" fmla="*/ 22 h 74"/>
                  <a:gd name="T26" fmla="*/ 66 w 74"/>
                  <a:gd name="T27" fmla="*/ 16 h 74"/>
                  <a:gd name="T28" fmla="*/ 62 w 74"/>
                  <a:gd name="T29" fmla="*/ 10 h 74"/>
                  <a:gd name="T30" fmla="*/ 56 w 74"/>
                  <a:gd name="T31" fmla="*/ 6 h 74"/>
                  <a:gd name="T32" fmla="*/ 50 w 74"/>
                  <a:gd name="T33" fmla="*/ 2 h 74"/>
                  <a:gd name="T34" fmla="*/ 44 w 74"/>
                  <a:gd name="T35" fmla="*/ 0 h 74"/>
                  <a:gd name="T36" fmla="*/ 36 w 74"/>
                  <a:gd name="T37" fmla="*/ 0 h 74"/>
                  <a:gd name="T38" fmla="*/ 36 w 74"/>
                  <a:gd name="T39" fmla="*/ 0 h 74"/>
                  <a:gd name="T40" fmla="*/ 28 w 74"/>
                  <a:gd name="T41" fmla="*/ 0 h 74"/>
                  <a:gd name="T42" fmla="*/ 22 w 74"/>
                  <a:gd name="T43" fmla="*/ 2 h 74"/>
                  <a:gd name="T44" fmla="*/ 16 w 74"/>
                  <a:gd name="T45" fmla="*/ 6 h 74"/>
                  <a:gd name="T46" fmla="*/ 10 w 74"/>
                  <a:gd name="T47" fmla="*/ 10 h 74"/>
                  <a:gd name="T48" fmla="*/ 6 w 74"/>
                  <a:gd name="T49" fmla="*/ 16 h 74"/>
                  <a:gd name="T50" fmla="*/ 2 w 74"/>
                  <a:gd name="T51" fmla="*/ 22 h 74"/>
                  <a:gd name="T52" fmla="*/ 0 w 74"/>
                  <a:gd name="T53" fmla="*/ 28 h 74"/>
                  <a:gd name="T54" fmla="*/ 0 w 74"/>
                  <a:gd name="T55" fmla="*/ 36 h 74"/>
                  <a:gd name="T56" fmla="*/ 0 w 74"/>
                  <a:gd name="T57" fmla="*/ 36 h 74"/>
                  <a:gd name="T58" fmla="*/ 0 w 74"/>
                  <a:gd name="T59" fmla="*/ 44 h 74"/>
                  <a:gd name="T60" fmla="*/ 2 w 74"/>
                  <a:gd name="T61" fmla="*/ 50 h 74"/>
                  <a:gd name="T62" fmla="*/ 6 w 74"/>
                  <a:gd name="T63" fmla="*/ 58 h 74"/>
                  <a:gd name="T64" fmla="*/ 10 w 74"/>
                  <a:gd name="T65" fmla="*/ 62 h 74"/>
                  <a:gd name="T66" fmla="*/ 16 w 74"/>
                  <a:gd name="T67" fmla="*/ 68 h 74"/>
                  <a:gd name="T68" fmla="*/ 22 w 74"/>
                  <a:gd name="T69" fmla="*/ 70 h 74"/>
                  <a:gd name="T70" fmla="*/ 28 w 74"/>
                  <a:gd name="T71" fmla="*/ 72 h 74"/>
                  <a:gd name="T72" fmla="*/ 36 w 74"/>
                  <a:gd name="T73" fmla="*/ 7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74" h="74">
                    <a:moveTo>
                      <a:pt x="36" y="74"/>
                    </a:moveTo>
                    <a:lnTo>
                      <a:pt x="36" y="74"/>
                    </a:lnTo>
                    <a:lnTo>
                      <a:pt x="44" y="72"/>
                    </a:lnTo>
                    <a:lnTo>
                      <a:pt x="50" y="70"/>
                    </a:lnTo>
                    <a:lnTo>
                      <a:pt x="56" y="68"/>
                    </a:lnTo>
                    <a:lnTo>
                      <a:pt x="62" y="62"/>
                    </a:lnTo>
                    <a:lnTo>
                      <a:pt x="66" y="58"/>
                    </a:lnTo>
                    <a:lnTo>
                      <a:pt x="70" y="50"/>
                    </a:lnTo>
                    <a:lnTo>
                      <a:pt x="72" y="44"/>
                    </a:lnTo>
                    <a:lnTo>
                      <a:pt x="74" y="36"/>
                    </a:lnTo>
                    <a:lnTo>
                      <a:pt x="74" y="36"/>
                    </a:lnTo>
                    <a:lnTo>
                      <a:pt x="72" y="28"/>
                    </a:lnTo>
                    <a:lnTo>
                      <a:pt x="70" y="22"/>
                    </a:lnTo>
                    <a:lnTo>
                      <a:pt x="66" y="16"/>
                    </a:lnTo>
                    <a:lnTo>
                      <a:pt x="62" y="10"/>
                    </a:lnTo>
                    <a:lnTo>
                      <a:pt x="56" y="6"/>
                    </a:lnTo>
                    <a:lnTo>
                      <a:pt x="50" y="2"/>
                    </a:lnTo>
                    <a:lnTo>
                      <a:pt x="44" y="0"/>
                    </a:lnTo>
                    <a:lnTo>
                      <a:pt x="36" y="0"/>
                    </a:lnTo>
                    <a:lnTo>
                      <a:pt x="36" y="0"/>
                    </a:lnTo>
                    <a:lnTo>
                      <a:pt x="28" y="0"/>
                    </a:lnTo>
                    <a:lnTo>
                      <a:pt x="22" y="2"/>
                    </a:lnTo>
                    <a:lnTo>
                      <a:pt x="16" y="6"/>
                    </a:lnTo>
                    <a:lnTo>
                      <a:pt x="10" y="10"/>
                    </a:lnTo>
                    <a:lnTo>
                      <a:pt x="6" y="16"/>
                    </a:lnTo>
                    <a:lnTo>
                      <a:pt x="2" y="22"/>
                    </a:lnTo>
                    <a:lnTo>
                      <a:pt x="0" y="28"/>
                    </a:lnTo>
                    <a:lnTo>
                      <a:pt x="0" y="36"/>
                    </a:lnTo>
                    <a:lnTo>
                      <a:pt x="0" y="36"/>
                    </a:lnTo>
                    <a:lnTo>
                      <a:pt x="0" y="44"/>
                    </a:lnTo>
                    <a:lnTo>
                      <a:pt x="2" y="50"/>
                    </a:lnTo>
                    <a:lnTo>
                      <a:pt x="6" y="58"/>
                    </a:lnTo>
                    <a:lnTo>
                      <a:pt x="10" y="62"/>
                    </a:lnTo>
                    <a:lnTo>
                      <a:pt x="16" y="68"/>
                    </a:lnTo>
                    <a:lnTo>
                      <a:pt x="22" y="70"/>
                    </a:lnTo>
                    <a:lnTo>
                      <a:pt x="28" y="72"/>
                    </a:lnTo>
                    <a:lnTo>
                      <a:pt x="36" y="7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633"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  <p:sp>
            <p:nvSpPr>
              <p:cNvPr id="34" name="Freeform 11">
                <a:extLst>
                  <a:ext uri="{FF2B5EF4-FFF2-40B4-BE49-F238E27FC236}">
                    <a16:creationId xmlns:a16="http://schemas.microsoft.com/office/drawing/2014/main" id="{163DB7B2-6ACD-6B1A-2FD1-6E3CEBB78B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1360" y="6313777"/>
                <a:ext cx="28414" cy="28414"/>
              </a:xfrm>
              <a:custGeom>
                <a:avLst/>
                <a:gdLst>
                  <a:gd name="T0" fmla="*/ 36 w 74"/>
                  <a:gd name="T1" fmla="*/ 74 h 74"/>
                  <a:gd name="T2" fmla="*/ 36 w 74"/>
                  <a:gd name="T3" fmla="*/ 74 h 74"/>
                  <a:gd name="T4" fmla="*/ 44 w 74"/>
                  <a:gd name="T5" fmla="*/ 72 h 74"/>
                  <a:gd name="T6" fmla="*/ 50 w 74"/>
                  <a:gd name="T7" fmla="*/ 70 h 74"/>
                  <a:gd name="T8" fmla="*/ 56 w 74"/>
                  <a:gd name="T9" fmla="*/ 68 h 74"/>
                  <a:gd name="T10" fmla="*/ 62 w 74"/>
                  <a:gd name="T11" fmla="*/ 62 h 74"/>
                  <a:gd name="T12" fmla="*/ 66 w 74"/>
                  <a:gd name="T13" fmla="*/ 58 h 74"/>
                  <a:gd name="T14" fmla="*/ 70 w 74"/>
                  <a:gd name="T15" fmla="*/ 50 h 74"/>
                  <a:gd name="T16" fmla="*/ 72 w 74"/>
                  <a:gd name="T17" fmla="*/ 44 h 74"/>
                  <a:gd name="T18" fmla="*/ 74 w 74"/>
                  <a:gd name="T19" fmla="*/ 36 h 74"/>
                  <a:gd name="T20" fmla="*/ 74 w 74"/>
                  <a:gd name="T21" fmla="*/ 36 h 74"/>
                  <a:gd name="T22" fmla="*/ 72 w 74"/>
                  <a:gd name="T23" fmla="*/ 28 h 74"/>
                  <a:gd name="T24" fmla="*/ 70 w 74"/>
                  <a:gd name="T25" fmla="*/ 22 h 74"/>
                  <a:gd name="T26" fmla="*/ 66 w 74"/>
                  <a:gd name="T27" fmla="*/ 16 h 74"/>
                  <a:gd name="T28" fmla="*/ 62 w 74"/>
                  <a:gd name="T29" fmla="*/ 10 h 74"/>
                  <a:gd name="T30" fmla="*/ 56 w 74"/>
                  <a:gd name="T31" fmla="*/ 6 h 74"/>
                  <a:gd name="T32" fmla="*/ 50 w 74"/>
                  <a:gd name="T33" fmla="*/ 2 h 74"/>
                  <a:gd name="T34" fmla="*/ 44 w 74"/>
                  <a:gd name="T35" fmla="*/ 0 h 74"/>
                  <a:gd name="T36" fmla="*/ 36 w 74"/>
                  <a:gd name="T37" fmla="*/ 0 h 74"/>
                  <a:gd name="T38" fmla="*/ 36 w 74"/>
                  <a:gd name="T39" fmla="*/ 0 h 74"/>
                  <a:gd name="T40" fmla="*/ 28 w 74"/>
                  <a:gd name="T41" fmla="*/ 0 h 74"/>
                  <a:gd name="T42" fmla="*/ 22 w 74"/>
                  <a:gd name="T43" fmla="*/ 2 h 74"/>
                  <a:gd name="T44" fmla="*/ 16 w 74"/>
                  <a:gd name="T45" fmla="*/ 6 h 74"/>
                  <a:gd name="T46" fmla="*/ 10 w 74"/>
                  <a:gd name="T47" fmla="*/ 10 h 74"/>
                  <a:gd name="T48" fmla="*/ 6 w 74"/>
                  <a:gd name="T49" fmla="*/ 16 h 74"/>
                  <a:gd name="T50" fmla="*/ 2 w 74"/>
                  <a:gd name="T51" fmla="*/ 22 h 74"/>
                  <a:gd name="T52" fmla="*/ 0 w 74"/>
                  <a:gd name="T53" fmla="*/ 28 h 74"/>
                  <a:gd name="T54" fmla="*/ 0 w 74"/>
                  <a:gd name="T55" fmla="*/ 36 h 74"/>
                  <a:gd name="T56" fmla="*/ 0 w 74"/>
                  <a:gd name="T57" fmla="*/ 36 h 74"/>
                  <a:gd name="T58" fmla="*/ 0 w 74"/>
                  <a:gd name="T59" fmla="*/ 44 h 74"/>
                  <a:gd name="T60" fmla="*/ 2 w 74"/>
                  <a:gd name="T61" fmla="*/ 50 h 74"/>
                  <a:gd name="T62" fmla="*/ 6 w 74"/>
                  <a:gd name="T63" fmla="*/ 58 h 74"/>
                  <a:gd name="T64" fmla="*/ 10 w 74"/>
                  <a:gd name="T65" fmla="*/ 62 h 74"/>
                  <a:gd name="T66" fmla="*/ 16 w 74"/>
                  <a:gd name="T67" fmla="*/ 68 h 74"/>
                  <a:gd name="T68" fmla="*/ 22 w 74"/>
                  <a:gd name="T69" fmla="*/ 70 h 74"/>
                  <a:gd name="T70" fmla="*/ 28 w 74"/>
                  <a:gd name="T71" fmla="*/ 72 h 74"/>
                  <a:gd name="T72" fmla="*/ 36 w 74"/>
                  <a:gd name="T73" fmla="*/ 7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74" h="74">
                    <a:moveTo>
                      <a:pt x="36" y="74"/>
                    </a:moveTo>
                    <a:lnTo>
                      <a:pt x="36" y="74"/>
                    </a:lnTo>
                    <a:lnTo>
                      <a:pt x="44" y="72"/>
                    </a:lnTo>
                    <a:lnTo>
                      <a:pt x="50" y="70"/>
                    </a:lnTo>
                    <a:lnTo>
                      <a:pt x="56" y="68"/>
                    </a:lnTo>
                    <a:lnTo>
                      <a:pt x="62" y="62"/>
                    </a:lnTo>
                    <a:lnTo>
                      <a:pt x="66" y="58"/>
                    </a:lnTo>
                    <a:lnTo>
                      <a:pt x="70" y="50"/>
                    </a:lnTo>
                    <a:lnTo>
                      <a:pt x="72" y="44"/>
                    </a:lnTo>
                    <a:lnTo>
                      <a:pt x="74" y="36"/>
                    </a:lnTo>
                    <a:lnTo>
                      <a:pt x="74" y="36"/>
                    </a:lnTo>
                    <a:lnTo>
                      <a:pt x="72" y="28"/>
                    </a:lnTo>
                    <a:lnTo>
                      <a:pt x="70" y="22"/>
                    </a:lnTo>
                    <a:lnTo>
                      <a:pt x="66" y="16"/>
                    </a:lnTo>
                    <a:lnTo>
                      <a:pt x="62" y="10"/>
                    </a:lnTo>
                    <a:lnTo>
                      <a:pt x="56" y="6"/>
                    </a:lnTo>
                    <a:lnTo>
                      <a:pt x="50" y="2"/>
                    </a:lnTo>
                    <a:lnTo>
                      <a:pt x="44" y="0"/>
                    </a:lnTo>
                    <a:lnTo>
                      <a:pt x="36" y="0"/>
                    </a:lnTo>
                    <a:lnTo>
                      <a:pt x="36" y="0"/>
                    </a:lnTo>
                    <a:lnTo>
                      <a:pt x="28" y="0"/>
                    </a:lnTo>
                    <a:lnTo>
                      <a:pt x="22" y="2"/>
                    </a:lnTo>
                    <a:lnTo>
                      <a:pt x="16" y="6"/>
                    </a:lnTo>
                    <a:lnTo>
                      <a:pt x="10" y="10"/>
                    </a:lnTo>
                    <a:lnTo>
                      <a:pt x="6" y="16"/>
                    </a:lnTo>
                    <a:lnTo>
                      <a:pt x="2" y="22"/>
                    </a:lnTo>
                    <a:lnTo>
                      <a:pt x="0" y="28"/>
                    </a:lnTo>
                    <a:lnTo>
                      <a:pt x="0" y="36"/>
                    </a:lnTo>
                    <a:lnTo>
                      <a:pt x="0" y="36"/>
                    </a:lnTo>
                    <a:lnTo>
                      <a:pt x="0" y="44"/>
                    </a:lnTo>
                    <a:lnTo>
                      <a:pt x="2" y="50"/>
                    </a:lnTo>
                    <a:lnTo>
                      <a:pt x="6" y="58"/>
                    </a:lnTo>
                    <a:lnTo>
                      <a:pt x="10" y="62"/>
                    </a:lnTo>
                    <a:lnTo>
                      <a:pt x="16" y="68"/>
                    </a:lnTo>
                    <a:lnTo>
                      <a:pt x="22" y="70"/>
                    </a:lnTo>
                    <a:lnTo>
                      <a:pt x="28" y="72"/>
                    </a:lnTo>
                    <a:lnTo>
                      <a:pt x="36" y="74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633"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  <p:sp>
            <p:nvSpPr>
              <p:cNvPr id="35" name="Freeform 12">
                <a:extLst>
                  <a:ext uri="{FF2B5EF4-FFF2-40B4-BE49-F238E27FC236}">
                    <a16:creationId xmlns:a16="http://schemas.microsoft.com/office/drawing/2014/main" id="{1F6B2EF9-48FE-5CAC-6BB3-0C224EE660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3748" y="6266165"/>
                <a:ext cx="198894" cy="198894"/>
              </a:xfrm>
              <a:custGeom>
                <a:avLst/>
                <a:gdLst>
                  <a:gd name="T0" fmla="*/ 272 w 518"/>
                  <a:gd name="T1" fmla="*/ 0 h 518"/>
                  <a:gd name="T2" fmla="*/ 258 w 518"/>
                  <a:gd name="T3" fmla="*/ 0 h 518"/>
                  <a:gd name="T4" fmla="*/ 206 w 518"/>
                  <a:gd name="T5" fmla="*/ 6 h 518"/>
                  <a:gd name="T6" fmla="*/ 158 w 518"/>
                  <a:gd name="T7" fmla="*/ 20 h 518"/>
                  <a:gd name="T8" fmla="*/ 114 w 518"/>
                  <a:gd name="T9" fmla="*/ 44 h 518"/>
                  <a:gd name="T10" fmla="*/ 76 w 518"/>
                  <a:gd name="T11" fmla="*/ 76 h 518"/>
                  <a:gd name="T12" fmla="*/ 44 w 518"/>
                  <a:gd name="T13" fmla="*/ 114 h 518"/>
                  <a:gd name="T14" fmla="*/ 20 w 518"/>
                  <a:gd name="T15" fmla="*/ 158 h 518"/>
                  <a:gd name="T16" fmla="*/ 6 w 518"/>
                  <a:gd name="T17" fmla="*/ 206 h 518"/>
                  <a:gd name="T18" fmla="*/ 0 w 518"/>
                  <a:gd name="T19" fmla="*/ 260 h 518"/>
                  <a:gd name="T20" fmla="*/ 2 w 518"/>
                  <a:gd name="T21" fmla="*/ 284 h 518"/>
                  <a:gd name="T22" fmla="*/ 12 w 518"/>
                  <a:gd name="T23" fmla="*/ 334 h 518"/>
                  <a:gd name="T24" fmla="*/ 30 w 518"/>
                  <a:gd name="T25" fmla="*/ 380 h 518"/>
                  <a:gd name="T26" fmla="*/ 58 w 518"/>
                  <a:gd name="T27" fmla="*/ 422 h 518"/>
                  <a:gd name="T28" fmla="*/ 76 w 518"/>
                  <a:gd name="T29" fmla="*/ 442 h 518"/>
                  <a:gd name="T30" fmla="*/ 116 w 518"/>
                  <a:gd name="T31" fmla="*/ 474 h 518"/>
                  <a:gd name="T32" fmla="*/ 160 w 518"/>
                  <a:gd name="T33" fmla="*/ 498 h 518"/>
                  <a:gd name="T34" fmla="*/ 208 w 518"/>
                  <a:gd name="T35" fmla="*/ 512 h 518"/>
                  <a:gd name="T36" fmla="*/ 258 w 518"/>
                  <a:gd name="T37" fmla="*/ 518 h 518"/>
                  <a:gd name="T38" fmla="*/ 284 w 518"/>
                  <a:gd name="T39" fmla="*/ 516 h 518"/>
                  <a:gd name="T40" fmla="*/ 334 w 518"/>
                  <a:gd name="T41" fmla="*/ 506 h 518"/>
                  <a:gd name="T42" fmla="*/ 380 w 518"/>
                  <a:gd name="T43" fmla="*/ 488 h 518"/>
                  <a:gd name="T44" fmla="*/ 422 w 518"/>
                  <a:gd name="T45" fmla="*/ 460 h 518"/>
                  <a:gd name="T46" fmla="*/ 442 w 518"/>
                  <a:gd name="T47" fmla="*/ 442 h 518"/>
                  <a:gd name="T48" fmla="*/ 474 w 518"/>
                  <a:gd name="T49" fmla="*/ 402 h 518"/>
                  <a:gd name="T50" fmla="*/ 498 w 518"/>
                  <a:gd name="T51" fmla="*/ 358 h 518"/>
                  <a:gd name="T52" fmla="*/ 512 w 518"/>
                  <a:gd name="T53" fmla="*/ 310 h 518"/>
                  <a:gd name="T54" fmla="*/ 518 w 518"/>
                  <a:gd name="T55" fmla="*/ 260 h 518"/>
                  <a:gd name="T56" fmla="*/ 508 w 518"/>
                  <a:gd name="T57" fmla="*/ 248 h 518"/>
                  <a:gd name="T58" fmla="*/ 332 w 518"/>
                  <a:gd name="T59" fmla="*/ 272 h 518"/>
                  <a:gd name="T60" fmla="*/ 492 w 518"/>
                  <a:gd name="T61" fmla="*/ 274 h 518"/>
                  <a:gd name="T62" fmla="*/ 490 w 518"/>
                  <a:gd name="T63" fmla="*/ 298 h 518"/>
                  <a:gd name="T64" fmla="*/ 478 w 518"/>
                  <a:gd name="T65" fmla="*/ 340 h 518"/>
                  <a:gd name="T66" fmla="*/ 460 w 518"/>
                  <a:gd name="T67" fmla="*/ 380 h 518"/>
                  <a:gd name="T68" fmla="*/ 434 w 518"/>
                  <a:gd name="T69" fmla="*/ 414 h 518"/>
                  <a:gd name="T70" fmla="*/ 402 w 518"/>
                  <a:gd name="T71" fmla="*/ 444 h 518"/>
                  <a:gd name="T72" fmla="*/ 366 w 518"/>
                  <a:gd name="T73" fmla="*/ 468 h 518"/>
                  <a:gd name="T74" fmla="*/ 326 w 518"/>
                  <a:gd name="T75" fmla="*/ 484 h 518"/>
                  <a:gd name="T76" fmla="*/ 282 w 518"/>
                  <a:gd name="T77" fmla="*/ 492 h 518"/>
                  <a:gd name="T78" fmla="*/ 258 w 518"/>
                  <a:gd name="T79" fmla="*/ 494 h 518"/>
                  <a:gd name="T80" fmla="*/ 212 w 518"/>
                  <a:gd name="T81" fmla="*/ 488 h 518"/>
                  <a:gd name="T82" fmla="*/ 170 w 518"/>
                  <a:gd name="T83" fmla="*/ 476 h 518"/>
                  <a:gd name="T84" fmla="*/ 128 w 518"/>
                  <a:gd name="T85" fmla="*/ 454 h 518"/>
                  <a:gd name="T86" fmla="*/ 94 w 518"/>
                  <a:gd name="T87" fmla="*/ 424 h 518"/>
                  <a:gd name="T88" fmla="*/ 78 w 518"/>
                  <a:gd name="T89" fmla="*/ 408 h 518"/>
                  <a:gd name="T90" fmla="*/ 52 w 518"/>
                  <a:gd name="T91" fmla="*/ 370 h 518"/>
                  <a:gd name="T92" fmla="*/ 34 w 518"/>
                  <a:gd name="T93" fmla="*/ 328 h 518"/>
                  <a:gd name="T94" fmla="*/ 26 w 518"/>
                  <a:gd name="T95" fmla="*/ 282 h 518"/>
                  <a:gd name="T96" fmla="*/ 24 w 518"/>
                  <a:gd name="T97" fmla="*/ 260 h 518"/>
                  <a:gd name="T98" fmla="*/ 28 w 518"/>
                  <a:gd name="T99" fmla="*/ 212 h 518"/>
                  <a:gd name="T100" fmla="*/ 42 w 518"/>
                  <a:gd name="T101" fmla="*/ 170 h 518"/>
                  <a:gd name="T102" fmla="*/ 64 w 518"/>
                  <a:gd name="T103" fmla="*/ 130 h 518"/>
                  <a:gd name="T104" fmla="*/ 94 w 518"/>
                  <a:gd name="T105" fmla="*/ 94 h 518"/>
                  <a:gd name="T106" fmla="*/ 110 w 518"/>
                  <a:gd name="T107" fmla="*/ 78 h 518"/>
                  <a:gd name="T108" fmla="*/ 148 w 518"/>
                  <a:gd name="T109" fmla="*/ 52 h 518"/>
                  <a:gd name="T110" fmla="*/ 190 w 518"/>
                  <a:gd name="T111" fmla="*/ 34 h 518"/>
                  <a:gd name="T112" fmla="*/ 236 w 518"/>
                  <a:gd name="T113" fmla="*/ 26 h 518"/>
                  <a:gd name="T114" fmla="*/ 258 w 518"/>
                  <a:gd name="T115" fmla="*/ 24 h 518"/>
                  <a:gd name="T116" fmla="*/ 272 w 518"/>
                  <a:gd name="T117" fmla="*/ 0 h 5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518" h="518">
                    <a:moveTo>
                      <a:pt x="272" y="0"/>
                    </a:moveTo>
                    <a:lnTo>
                      <a:pt x="272" y="0"/>
                    </a:lnTo>
                    <a:lnTo>
                      <a:pt x="258" y="0"/>
                    </a:lnTo>
                    <a:lnTo>
                      <a:pt x="258" y="0"/>
                    </a:lnTo>
                    <a:lnTo>
                      <a:pt x="232" y="2"/>
                    </a:lnTo>
                    <a:lnTo>
                      <a:pt x="206" y="6"/>
                    </a:lnTo>
                    <a:lnTo>
                      <a:pt x="182" y="12"/>
                    </a:lnTo>
                    <a:lnTo>
                      <a:pt x="158" y="20"/>
                    </a:lnTo>
                    <a:lnTo>
                      <a:pt x="136" y="32"/>
                    </a:lnTo>
                    <a:lnTo>
                      <a:pt x="114" y="44"/>
                    </a:lnTo>
                    <a:lnTo>
                      <a:pt x="94" y="60"/>
                    </a:lnTo>
                    <a:lnTo>
                      <a:pt x="76" y="76"/>
                    </a:lnTo>
                    <a:lnTo>
                      <a:pt x="60" y="94"/>
                    </a:lnTo>
                    <a:lnTo>
                      <a:pt x="44" y="114"/>
                    </a:lnTo>
                    <a:lnTo>
                      <a:pt x="32" y="136"/>
                    </a:lnTo>
                    <a:lnTo>
                      <a:pt x="20" y="158"/>
                    </a:lnTo>
                    <a:lnTo>
                      <a:pt x="12" y="182"/>
                    </a:lnTo>
                    <a:lnTo>
                      <a:pt x="6" y="206"/>
                    </a:lnTo>
                    <a:lnTo>
                      <a:pt x="2" y="232"/>
                    </a:lnTo>
                    <a:lnTo>
                      <a:pt x="0" y="260"/>
                    </a:lnTo>
                    <a:lnTo>
                      <a:pt x="0" y="260"/>
                    </a:lnTo>
                    <a:lnTo>
                      <a:pt x="2" y="284"/>
                    </a:lnTo>
                    <a:lnTo>
                      <a:pt x="6" y="310"/>
                    </a:lnTo>
                    <a:lnTo>
                      <a:pt x="12" y="334"/>
                    </a:lnTo>
                    <a:lnTo>
                      <a:pt x="20" y="358"/>
                    </a:lnTo>
                    <a:lnTo>
                      <a:pt x="30" y="380"/>
                    </a:lnTo>
                    <a:lnTo>
                      <a:pt x="44" y="402"/>
                    </a:lnTo>
                    <a:lnTo>
                      <a:pt x="58" y="422"/>
                    </a:lnTo>
                    <a:lnTo>
                      <a:pt x="76" y="442"/>
                    </a:lnTo>
                    <a:lnTo>
                      <a:pt x="76" y="442"/>
                    </a:lnTo>
                    <a:lnTo>
                      <a:pt x="96" y="460"/>
                    </a:lnTo>
                    <a:lnTo>
                      <a:pt x="116" y="474"/>
                    </a:lnTo>
                    <a:lnTo>
                      <a:pt x="138" y="488"/>
                    </a:lnTo>
                    <a:lnTo>
                      <a:pt x="160" y="498"/>
                    </a:lnTo>
                    <a:lnTo>
                      <a:pt x="184" y="506"/>
                    </a:lnTo>
                    <a:lnTo>
                      <a:pt x="208" y="512"/>
                    </a:lnTo>
                    <a:lnTo>
                      <a:pt x="234" y="516"/>
                    </a:lnTo>
                    <a:lnTo>
                      <a:pt x="258" y="518"/>
                    </a:lnTo>
                    <a:lnTo>
                      <a:pt x="258" y="518"/>
                    </a:lnTo>
                    <a:lnTo>
                      <a:pt x="284" y="516"/>
                    </a:lnTo>
                    <a:lnTo>
                      <a:pt x="310" y="512"/>
                    </a:lnTo>
                    <a:lnTo>
                      <a:pt x="334" y="506"/>
                    </a:lnTo>
                    <a:lnTo>
                      <a:pt x="358" y="498"/>
                    </a:lnTo>
                    <a:lnTo>
                      <a:pt x="380" y="488"/>
                    </a:lnTo>
                    <a:lnTo>
                      <a:pt x="402" y="474"/>
                    </a:lnTo>
                    <a:lnTo>
                      <a:pt x="422" y="460"/>
                    </a:lnTo>
                    <a:lnTo>
                      <a:pt x="442" y="442"/>
                    </a:lnTo>
                    <a:lnTo>
                      <a:pt x="442" y="442"/>
                    </a:lnTo>
                    <a:lnTo>
                      <a:pt x="458" y="422"/>
                    </a:lnTo>
                    <a:lnTo>
                      <a:pt x="474" y="402"/>
                    </a:lnTo>
                    <a:lnTo>
                      <a:pt x="488" y="380"/>
                    </a:lnTo>
                    <a:lnTo>
                      <a:pt x="498" y="358"/>
                    </a:lnTo>
                    <a:lnTo>
                      <a:pt x="506" y="334"/>
                    </a:lnTo>
                    <a:lnTo>
                      <a:pt x="512" y="310"/>
                    </a:lnTo>
                    <a:lnTo>
                      <a:pt x="516" y="284"/>
                    </a:lnTo>
                    <a:lnTo>
                      <a:pt x="518" y="260"/>
                    </a:lnTo>
                    <a:lnTo>
                      <a:pt x="518" y="248"/>
                    </a:lnTo>
                    <a:lnTo>
                      <a:pt x="508" y="248"/>
                    </a:lnTo>
                    <a:lnTo>
                      <a:pt x="332" y="248"/>
                    </a:lnTo>
                    <a:lnTo>
                      <a:pt x="332" y="272"/>
                    </a:lnTo>
                    <a:lnTo>
                      <a:pt x="492" y="272"/>
                    </a:lnTo>
                    <a:lnTo>
                      <a:pt x="492" y="274"/>
                    </a:lnTo>
                    <a:lnTo>
                      <a:pt x="492" y="274"/>
                    </a:lnTo>
                    <a:lnTo>
                      <a:pt x="490" y="298"/>
                    </a:lnTo>
                    <a:lnTo>
                      <a:pt x="486" y="320"/>
                    </a:lnTo>
                    <a:lnTo>
                      <a:pt x="478" y="340"/>
                    </a:lnTo>
                    <a:lnTo>
                      <a:pt x="470" y="360"/>
                    </a:lnTo>
                    <a:lnTo>
                      <a:pt x="460" y="380"/>
                    </a:lnTo>
                    <a:lnTo>
                      <a:pt x="448" y="398"/>
                    </a:lnTo>
                    <a:lnTo>
                      <a:pt x="434" y="414"/>
                    </a:lnTo>
                    <a:lnTo>
                      <a:pt x="420" y="430"/>
                    </a:lnTo>
                    <a:lnTo>
                      <a:pt x="402" y="444"/>
                    </a:lnTo>
                    <a:lnTo>
                      <a:pt x="386" y="456"/>
                    </a:lnTo>
                    <a:lnTo>
                      <a:pt x="366" y="468"/>
                    </a:lnTo>
                    <a:lnTo>
                      <a:pt x="346" y="476"/>
                    </a:lnTo>
                    <a:lnTo>
                      <a:pt x="326" y="484"/>
                    </a:lnTo>
                    <a:lnTo>
                      <a:pt x="304" y="490"/>
                    </a:lnTo>
                    <a:lnTo>
                      <a:pt x="282" y="492"/>
                    </a:lnTo>
                    <a:lnTo>
                      <a:pt x="258" y="494"/>
                    </a:lnTo>
                    <a:lnTo>
                      <a:pt x="258" y="494"/>
                    </a:lnTo>
                    <a:lnTo>
                      <a:pt x="236" y="492"/>
                    </a:lnTo>
                    <a:lnTo>
                      <a:pt x="212" y="488"/>
                    </a:lnTo>
                    <a:lnTo>
                      <a:pt x="190" y="484"/>
                    </a:lnTo>
                    <a:lnTo>
                      <a:pt x="170" y="476"/>
                    </a:lnTo>
                    <a:lnTo>
                      <a:pt x="148" y="466"/>
                    </a:lnTo>
                    <a:lnTo>
                      <a:pt x="128" y="454"/>
                    </a:lnTo>
                    <a:lnTo>
                      <a:pt x="110" y="440"/>
                    </a:lnTo>
                    <a:lnTo>
                      <a:pt x="94" y="424"/>
                    </a:lnTo>
                    <a:lnTo>
                      <a:pt x="94" y="424"/>
                    </a:lnTo>
                    <a:lnTo>
                      <a:pt x="78" y="408"/>
                    </a:lnTo>
                    <a:lnTo>
                      <a:pt x="64" y="390"/>
                    </a:lnTo>
                    <a:lnTo>
                      <a:pt x="52" y="370"/>
                    </a:lnTo>
                    <a:lnTo>
                      <a:pt x="42" y="348"/>
                    </a:lnTo>
                    <a:lnTo>
                      <a:pt x="34" y="328"/>
                    </a:lnTo>
                    <a:lnTo>
                      <a:pt x="28" y="306"/>
                    </a:lnTo>
                    <a:lnTo>
                      <a:pt x="26" y="282"/>
                    </a:lnTo>
                    <a:lnTo>
                      <a:pt x="24" y="260"/>
                    </a:lnTo>
                    <a:lnTo>
                      <a:pt x="24" y="260"/>
                    </a:lnTo>
                    <a:lnTo>
                      <a:pt x="26" y="236"/>
                    </a:lnTo>
                    <a:lnTo>
                      <a:pt x="28" y="212"/>
                    </a:lnTo>
                    <a:lnTo>
                      <a:pt x="34" y="190"/>
                    </a:lnTo>
                    <a:lnTo>
                      <a:pt x="42" y="170"/>
                    </a:lnTo>
                    <a:lnTo>
                      <a:pt x="52" y="148"/>
                    </a:lnTo>
                    <a:lnTo>
                      <a:pt x="64" y="130"/>
                    </a:lnTo>
                    <a:lnTo>
                      <a:pt x="78" y="110"/>
                    </a:lnTo>
                    <a:lnTo>
                      <a:pt x="94" y="94"/>
                    </a:lnTo>
                    <a:lnTo>
                      <a:pt x="94" y="94"/>
                    </a:lnTo>
                    <a:lnTo>
                      <a:pt x="110" y="78"/>
                    </a:lnTo>
                    <a:lnTo>
                      <a:pt x="128" y="64"/>
                    </a:lnTo>
                    <a:lnTo>
                      <a:pt x="148" y="52"/>
                    </a:lnTo>
                    <a:lnTo>
                      <a:pt x="170" y="42"/>
                    </a:lnTo>
                    <a:lnTo>
                      <a:pt x="190" y="34"/>
                    </a:lnTo>
                    <a:lnTo>
                      <a:pt x="212" y="30"/>
                    </a:lnTo>
                    <a:lnTo>
                      <a:pt x="236" y="26"/>
                    </a:lnTo>
                    <a:lnTo>
                      <a:pt x="258" y="24"/>
                    </a:lnTo>
                    <a:lnTo>
                      <a:pt x="258" y="24"/>
                    </a:lnTo>
                    <a:lnTo>
                      <a:pt x="272" y="24"/>
                    </a:lnTo>
                    <a:lnTo>
                      <a:pt x="27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633"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</p:grp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345622AE-FF03-024D-3A25-3A46C8C4AD0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44947" y="7513461"/>
              <a:ext cx="262657" cy="102585"/>
            </a:xfrm>
            <a:custGeom>
              <a:avLst/>
              <a:gdLst>
                <a:gd name="T0" fmla="*/ 304 w 1060"/>
                <a:gd name="T1" fmla="*/ 28 h 414"/>
                <a:gd name="T2" fmla="*/ 230 w 1060"/>
                <a:gd name="T3" fmla="*/ 2 h 414"/>
                <a:gd name="T4" fmla="*/ 168 w 1060"/>
                <a:gd name="T5" fmla="*/ 0 h 414"/>
                <a:gd name="T6" fmla="*/ 94 w 1060"/>
                <a:gd name="T7" fmla="*/ 20 h 414"/>
                <a:gd name="T8" fmla="*/ 40 w 1060"/>
                <a:gd name="T9" fmla="*/ 66 h 414"/>
                <a:gd name="T10" fmla="*/ 8 w 1060"/>
                <a:gd name="T11" fmla="*/ 138 h 414"/>
                <a:gd name="T12" fmla="*/ 0 w 1060"/>
                <a:gd name="T13" fmla="*/ 208 h 414"/>
                <a:gd name="T14" fmla="*/ 10 w 1060"/>
                <a:gd name="T15" fmla="*/ 294 h 414"/>
                <a:gd name="T16" fmla="*/ 44 w 1060"/>
                <a:gd name="T17" fmla="*/ 360 h 414"/>
                <a:gd name="T18" fmla="*/ 104 w 1060"/>
                <a:gd name="T19" fmla="*/ 400 h 414"/>
                <a:gd name="T20" fmla="*/ 190 w 1060"/>
                <a:gd name="T21" fmla="*/ 414 h 414"/>
                <a:gd name="T22" fmla="*/ 298 w 1060"/>
                <a:gd name="T23" fmla="*/ 396 h 414"/>
                <a:gd name="T24" fmla="*/ 308 w 1060"/>
                <a:gd name="T25" fmla="*/ 314 h 414"/>
                <a:gd name="T26" fmla="*/ 196 w 1060"/>
                <a:gd name="T27" fmla="*/ 338 h 414"/>
                <a:gd name="T28" fmla="*/ 154 w 1060"/>
                <a:gd name="T29" fmla="*/ 334 h 414"/>
                <a:gd name="T30" fmla="*/ 118 w 1060"/>
                <a:gd name="T31" fmla="*/ 310 h 414"/>
                <a:gd name="T32" fmla="*/ 94 w 1060"/>
                <a:gd name="T33" fmla="*/ 260 h 414"/>
                <a:gd name="T34" fmla="*/ 92 w 1060"/>
                <a:gd name="T35" fmla="*/ 174 h 414"/>
                <a:gd name="T36" fmla="*/ 118 w 1060"/>
                <a:gd name="T37" fmla="*/ 104 h 414"/>
                <a:gd name="T38" fmla="*/ 150 w 1060"/>
                <a:gd name="T39" fmla="*/ 80 h 414"/>
                <a:gd name="T40" fmla="*/ 208 w 1060"/>
                <a:gd name="T41" fmla="*/ 72 h 414"/>
                <a:gd name="T42" fmla="*/ 256 w 1060"/>
                <a:gd name="T43" fmla="*/ 88 h 414"/>
                <a:gd name="T44" fmla="*/ 644 w 1060"/>
                <a:gd name="T45" fmla="*/ 6 h 414"/>
                <a:gd name="T46" fmla="*/ 362 w 1060"/>
                <a:gd name="T47" fmla="*/ 6 h 414"/>
                <a:gd name="T48" fmla="*/ 458 w 1060"/>
                <a:gd name="T49" fmla="*/ 76 h 414"/>
                <a:gd name="T50" fmla="*/ 644 w 1060"/>
                <a:gd name="T51" fmla="*/ 6 h 414"/>
                <a:gd name="T52" fmla="*/ 1024 w 1060"/>
                <a:gd name="T53" fmla="*/ 18 h 414"/>
                <a:gd name="T54" fmla="*/ 920 w 1060"/>
                <a:gd name="T55" fmla="*/ 0 h 414"/>
                <a:gd name="T56" fmla="*/ 850 w 1060"/>
                <a:gd name="T57" fmla="*/ 8 h 414"/>
                <a:gd name="T58" fmla="*/ 802 w 1060"/>
                <a:gd name="T59" fmla="*/ 32 h 414"/>
                <a:gd name="T60" fmla="*/ 772 w 1060"/>
                <a:gd name="T61" fmla="*/ 68 h 414"/>
                <a:gd name="T62" fmla="*/ 764 w 1060"/>
                <a:gd name="T63" fmla="*/ 116 h 414"/>
                <a:gd name="T64" fmla="*/ 780 w 1060"/>
                <a:gd name="T65" fmla="*/ 172 h 414"/>
                <a:gd name="T66" fmla="*/ 838 w 1060"/>
                <a:gd name="T67" fmla="*/ 222 h 414"/>
                <a:gd name="T68" fmla="*/ 926 w 1060"/>
                <a:gd name="T69" fmla="*/ 252 h 414"/>
                <a:gd name="T70" fmla="*/ 954 w 1060"/>
                <a:gd name="T71" fmla="*/ 266 h 414"/>
                <a:gd name="T72" fmla="*/ 970 w 1060"/>
                <a:gd name="T73" fmla="*/ 290 h 414"/>
                <a:gd name="T74" fmla="*/ 968 w 1060"/>
                <a:gd name="T75" fmla="*/ 318 h 414"/>
                <a:gd name="T76" fmla="*/ 934 w 1060"/>
                <a:gd name="T77" fmla="*/ 340 h 414"/>
                <a:gd name="T78" fmla="*/ 874 w 1060"/>
                <a:gd name="T79" fmla="*/ 340 h 414"/>
                <a:gd name="T80" fmla="*/ 758 w 1060"/>
                <a:gd name="T81" fmla="*/ 378 h 414"/>
                <a:gd name="T82" fmla="*/ 808 w 1060"/>
                <a:gd name="T83" fmla="*/ 400 h 414"/>
                <a:gd name="T84" fmla="*/ 902 w 1060"/>
                <a:gd name="T85" fmla="*/ 414 h 414"/>
                <a:gd name="T86" fmla="*/ 968 w 1060"/>
                <a:gd name="T87" fmla="*/ 406 h 414"/>
                <a:gd name="T88" fmla="*/ 1018 w 1060"/>
                <a:gd name="T89" fmla="*/ 382 h 414"/>
                <a:gd name="T90" fmla="*/ 1048 w 1060"/>
                <a:gd name="T91" fmla="*/ 344 h 414"/>
                <a:gd name="T92" fmla="*/ 1060 w 1060"/>
                <a:gd name="T93" fmla="*/ 296 h 414"/>
                <a:gd name="T94" fmla="*/ 1046 w 1060"/>
                <a:gd name="T95" fmla="*/ 238 h 414"/>
                <a:gd name="T96" fmla="*/ 1000 w 1060"/>
                <a:gd name="T97" fmla="*/ 196 h 414"/>
                <a:gd name="T98" fmla="*/ 928 w 1060"/>
                <a:gd name="T99" fmla="*/ 170 h 414"/>
                <a:gd name="T100" fmla="*/ 870 w 1060"/>
                <a:gd name="T101" fmla="*/ 148 h 414"/>
                <a:gd name="T102" fmla="*/ 850 w 1060"/>
                <a:gd name="T103" fmla="*/ 112 h 414"/>
                <a:gd name="T104" fmla="*/ 858 w 1060"/>
                <a:gd name="T105" fmla="*/ 86 h 414"/>
                <a:gd name="T106" fmla="*/ 902 w 1060"/>
                <a:gd name="T107" fmla="*/ 68 h 414"/>
                <a:gd name="T108" fmla="*/ 978 w 1060"/>
                <a:gd name="T109" fmla="*/ 76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060" h="414">
                  <a:moveTo>
                    <a:pt x="334" y="54"/>
                  </a:moveTo>
                  <a:lnTo>
                    <a:pt x="334" y="54"/>
                  </a:lnTo>
                  <a:lnTo>
                    <a:pt x="320" y="40"/>
                  </a:lnTo>
                  <a:lnTo>
                    <a:pt x="304" y="28"/>
                  </a:lnTo>
                  <a:lnTo>
                    <a:pt x="286" y="20"/>
                  </a:lnTo>
                  <a:lnTo>
                    <a:pt x="268" y="12"/>
                  </a:lnTo>
                  <a:lnTo>
                    <a:pt x="250" y="6"/>
                  </a:lnTo>
                  <a:lnTo>
                    <a:pt x="230" y="2"/>
                  </a:lnTo>
                  <a:lnTo>
                    <a:pt x="210" y="0"/>
                  </a:lnTo>
                  <a:lnTo>
                    <a:pt x="190" y="0"/>
                  </a:lnTo>
                  <a:lnTo>
                    <a:pt x="190" y="0"/>
                  </a:lnTo>
                  <a:lnTo>
                    <a:pt x="168" y="0"/>
                  </a:lnTo>
                  <a:lnTo>
                    <a:pt x="148" y="4"/>
                  </a:lnTo>
                  <a:lnTo>
                    <a:pt x="128" y="8"/>
                  </a:lnTo>
                  <a:lnTo>
                    <a:pt x="110" y="14"/>
                  </a:lnTo>
                  <a:lnTo>
                    <a:pt x="94" y="20"/>
                  </a:lnTo>
                  <a:lnTo>
                    <a:pt x="78" y="30"/>
                  </a:lnTo>
                  <a:lnTo>
                    <a:pt x="64" y="40"/>
                  </a:lnTo>
                  <a:lnTo>
                    <a:pt x="50" y="52"/>
                  </a:lnTo>
                  <a:lnTo>
                    <a:pt x="40" y="66"/>
                  </a:lnTo>
                  <a:lnTo>
                    <a:pt x="28" y="82"/>
                  </a:lnTo>
                  <a:lnTo>
                    <a:pt x="20" y="98"/>
                  </a:lnTo>
                  <a:lnTo>
                    <a:pt x="12" y="118"/>
                  </a:lnTo>
                  <a:lnTo>
                    <a:pt x="8" y="138"/>
                  </a:lnTo>
                  <a:lnTo>
                    <a:pt x="4" y="160"/>
                  </a:lnTo>
                  <a:lnTo>
                    <a:pt x="0" y="182"/>
                  </a:lnTo>
                  <a:lnTo>
                    <a:pt x="0" y="208"/>
                  </a:lnTo>
                  <a:lnTo>
                    <a:pt x="0" y="208"/>
                  </a:lnTo>
                  <a:lnTo>
                    <a:pt x="0" y="232"/>
                  </a:lnTo>
                  <a:lnTo>
                    <a:pt x="2" y="254"/>
                  </a:lnTo>
                  <a:lnTo>
                    <a:pt x="6" y="274"/>
                  </a:lnTo>
                  <a:lnTo>
                    <a:pt x="10" y="294"/>
                  </a:lnTo>
                  <a:lnTo>
                    <a:pt x="16" y="314"/>
                  </a:lnTo>
                  <a:lnTo>
                    <a:pt x="24" y="330"/>
                  </a:lnTo>
                  <a:lnTo>
                    <a:pt x="34" y="346"/>
                  </a:lnTo>
                  <a:lnTo>
                    <a:pt x="44" y="360"/>
                  </a:lnTo>
                  <a:lnTo>
                    <a:pt x="56" y="372"/>
                  </a:lnTo>
                  <a:lnTo>
                    <a:pt x="70" y="384"/>
                  </a:lnTo>
                  <a:lnTo>
                    <a:pt x="86" y="394"/>
                  </a:lnTo>
                  <a:lnTo>
                    <a:pt x="104" y="400"/>
                  </a:lnTo>
                  <a:lnTo>
                    <a:pt x="122" y="406"/>
                  </a:lnTo>
                  <a:lnTo>
                    <a:pt x="142" y="412"/>
                  </a:lnTo>
                  <a:lnTo>
                    <a:pt x="166" y="414"/>
                  </a:lnTo>
                  <a:lnTo>
                    <a:pt x="190" y="414"/>
                  </a:lnTo>
                  <a:lnTo>
                    <a:pt x="190" y="414"/>
                  </a:lnTo>
                  <a:lnTo>
                    <a:pt x="228" y="412"/>
                  </a:lnTo>
                  <a:lnTo>
                    <a:pt x="264" y="406"/>
                  </a:lnTo>
                  <a:lnTo>
                    <a:pt x="298" y="396"/>
                  </a:lnTo>
                  <a:lnTo>
                    <a:pt x="314" y="390"/>
                  </a:lnTo>
                  <a:lnTo>
                    <a:pt x="328" y="382"/>
                  </a:lnTo>
                  <a:lnTo>
                    <a:pt x="308" y="314"/>
                  </a:lnTo>
                  <a:lnTo>
                    <a:pt x="308" y="314"/>
                  </a:lnTo>
                  <a:lnTo>
                    <a:pt x="284" y="324"/>
                  </a:lnTo>
                  <a:lnTo>
                    <a:pt x="256" y="332"/>
                  </a:lnTo>
                  <a:lnTo>
                    <a:pt x="226" y="338"/>
                  </a:lnTo>
                  <a:lnTo>
                    <a:pt x="196" y="338"/>
                  </a:lnTo>
                  <a:lnTo>
                    <a:pt x="196" y="338"/>
                  </a:lnTo>
                  <a:lnTo>
                    <a:pt x="180" y="338"/>
                  </a:lnTo>
                  <a:lnTo>
                    <a:pt x="166" y="336"/>
                  </a:lnTo>
                  <a:lnTo>
                    <a:pt x="154" y="334"/>
                  </a:lnTo>
                  <a:lnTo>
                    <a:pt x="144" y="330"/>
                  </a:lnTo>
                  <a:lnTo>
                    <a:pt x="134" y="324"/>
                  </a:lnTo>
                  <a:lnTo>
                    <a:pt x="124" y="318"/>
                  </a:lnTo>
                  <a:lnTo>
                    <a:pt x="118" y="310"/>
                  </a:lnTo>
                  <a:lnTo>
                    <a:pt x="110" y="302"/>
                  </a:lnTo>
                  <a:lnTo>
                    <a:pt x="106" y="292"/>
                  </a:lnTo>
                  <a:lnTo>
                    <a:pt x="100" y="282"/>
                  </a:lnTo>
                  <a:lnTo>
                    <a:pt x="94" y="260"/>
                  </a:lnTo>
                  <a:lnTo>
                    <a:pt x="90" y="234"/>
                  </a:lnTo>
                  <a:lnTo>
                    <a:pt x="90" y="206"/>
                  </a:lnTo>
                  <a:lnTo>
                    <a:pt x="90" y="206"/>
                  </a:lnTo>
                  <a:lnTo>
                    <a:pt x="92" y="174"/>
                  </a:lnTo>
                  <a:lnTo>
                    <a:pt x="96" y="146"/>
                  </a:lnTo>
                  <a:lnTo>
                    <a:pt x="106" y="124"/>
                  </a:lnTo>
                  <a:lnTo>
                    <a:pt x="112" y="114"/>
                  </a:lnTo>
                  <a:lnTo>
                    <a:pt x="118" y="104"/>
                  </a:lnTo>
                  <a:lnTo>
                    <a:pt x="124" y="96"/>
                  </a:lnTo>
                  <a:lnTo>
                    <a:pt x="132" y="90"/>
                  </a:lnTo>
                  <a:lnTo>
                    <a:pt x="142" y="84"/>
                  </a:lnTo>
                  <a:lnTo>
                    <a:pt x="150" y="80"/>
                  </a:lnTo>
                  <a:lnTo>
                    <a:pt x="172" y="72"/>
                  </a:lnTo>
                  <a:lnTo>
                    <a:pt x="194" y="70"/>
                  </a:lnTo>
                  <a:lnTo>
                    <a:pt x="194" y="70"/>
                  </a:lnTo>
                  <a:lnTo>
                    <a:pt x="208" y="72"/>
                  </a:lnTo>
                  <a:lnTo>
                    <a:pt x="222" y="74"/>
                  </a:lnTo>
                  <a:lnTo>
                    <a:pt x="234" y="78"/>
                  </a:lnTo>
                  <a:lnTo>
                    <a:pt x="246" y="82"/>
                  </a:lnTo>
                  <a:lnTo>
                    <a:pt x="256" y="88"/>
                  </a:lnTo>
                  <a:lnTo>
                    <a:pt x="266" y="94"/>
                  </a:lnTo>
                  <a:lnTo>
                    <a:pt x="284" y="110"/>
                  </a:lnTo>
                  <a:lnTo>
                    <a:pt x="334" y="54"/>
                  </a:lnTo>
                  <a:close/>
                  <a:moveTo>
                    <a:pt x="644" y="6"/>
                  </a:moveTo>
                  <a:lnTo>
                    <a:pt x="644" y="334"/>
                  </a:lnTo>
                  <a:lnTo>
                    <a:pt x="634" y="334"/>
                  </a:lnTo>
                  <a:lnTo>
                    <a:pt x="518" y="6"/>
                  </a:lnTo>
                  <a:lnTo>
                    <a:pt x="362" y="6"/>
                  </a:lnTo>
                  <a:lnTo>
                    <a:pt x="362" y="408"/>
                  </a:lnTo>
                  <a:lnTo>
                    <a:pt x="446" y="408"/>
                  </a:lnTo>
                  <a:lnTo>
                    <a:pt x="446" y="76"/>
                  </a:lnTo>
                  <a:lnTo>
                    <a:pt x="458" y="76"/>
                  </a:lnTo>
                  <a:lnTo>
                    <a:pt x="572" y="408"/>
                  </a:lnTo>
                  <a:lnTo>
                    <a:pt x="728" y="408"/>
                  </a:lnTo>
                  <a:lnTo>
                    <a:pt x="728" y="6"/>
                  </a:lnTo>
                  <a:lnTo>
                    <a:pt x="644" y="6"/>
                  </a:lnTo>
                  <a:close/>
                  <a:moveTo>
                    <a:pt x="1056" y="32"/>
                  </a:moveTo>
                  <a:lnTo>
                    <a:pt x="1056" y="32"/>
                  </a:lnTo>
                  <a:lnTo>
                    <a:pt x="1040" y="24"/>
                  </a:lnTo>
                  <a:lnTo>
                    <a:pt x="1024" y="18"/>
                  </a:lnTo>
                  <a:lnTo>
                    <a:pt x="1006" y="12"/>
                  </a:lnTo>
                  <a:lnTo>
                    <a:pt x="988" y="8"/>
                  </a:lnTo>
                  <a:lnTo>
                    <a:pt x="952" y="2"/>
                  </a:lnTo>
                  <a:lnTo>
                    <a:pt x="920" y="0"/>
                  </a:lnTo>
                  <a:lnTo>
                    <a:pt x="920" y="0"/>
                  </a:lnTo>
                  <a:lnTo>
                    <a:pt x="882" y="2"/>
                  </a:lnTo>
                  <a:lnTo>
                    <a:pt x="866" y="4"/>
                  </a:lnTo>
                  <a:lnTo>
                    <a:pt x="850" y="8"/>
                  </a:lnTo>
                  <a:lnTo>
                    <a:pt x="836" y="14"/>
                  </a:lnTo>
                  <a:lnTo>
                    <a:pt x="824" y="18"/>
                  </a:lnTo>
                  <a:lnTo>
                    <a:pt x="812" y="24"/>
                  </a:lnTo>
                  <a:lnTo>
                    <a:pt x="802" y="32"/>
                  </a:lnTo>
                  <a:lnTo>
                    <a:pt x="792" y="40"/>
                  </a:lnTo>
                  <a:lnTo>
                    <a:pt x="784" y="50"/>
                  </a:lnTo>
                  <a:lnTo>
                    <a:pt x="778" y="58"/>
                  </a:lnTo>
                  <a:lnTo>
                    <a:pt x="772" y="68"/>
                  </a:lnTo>
                  <a:lnTo>
                    <a:pt x="768" y="80"/>
                  </a:lnTo>
                  <a:lnTo>
                    <a:pt x="766" y="92"/>
                  </a:lnTo>
                  <a:lnTo>
                    <a:pt x="764" y="104"/>
                  </a:lnTo>
                  <a:lnTo>
                    <a:pt x="764" y="116"/>
                  </a:lnTo>
                  <a:lnTo>
                    <a:pt x="764" y="116"/>
                  </a:lnTo>
                  <a:lnTo>
                    <a:pt x="766" y="136"/>
                  </a:lnTo>
                  <a:lnTo>
                    <a:pt x="772" y="156"/>
                  </a:lnTo>
                  <a:lnTo>
                    <a:pt x="780" y="172"/>
                  </a:lnTo>
                  <a:lnTo>
                    <a:pt x="792" y="188"/>
                  </a:lnTo>
                  <a:lnTo>
                    <a:pt x="806" y="200"/>
                  </a:lnTo>
                  <a:lnTo>
                    <a:pt x="822" y="212"/>
                  </a:lnTo>
                  <a:lnTo>
                    <a:pt x="838" y="222"/>
                  </a:lnTo>
                  <a:lnTo>
                    <a:pt x="856" y="228"/>
                  </a:lnTo>
                  <a:lnTo>
                    <a:pt x="856" y="228"/>
                  </a:lnTo>
                  <a:lnTo>
                    <a:pt x="892" y="242"/>
                  </a:lnTo>
                  <a:lnTo>
                    <a:pt x="926" y="252"/>
                  </a:lnTo>
                  <a:lnTo>
                    <a:pt x="926" y="252"/>
                  </a:lnTo>
                  <a:lnTo>
                    <a:pt x="938" y="256"/>
                  </a:lnTo>
                  <a:lnTo>
                    <a:pt x="948" y="260"/>
                  </a:lnTo>
                  <a:lnTo>
                    <a:pt x="954" y="266"/>
                  </a:lnTo>
                  <a:lnTo>
                    <a:pt x="962" y="270"/>
                  </a:lnTo>
                  <a:lnTo>
                    <a:pt x="966" y="276"/>
                  </a:lnTo>
                  <a:lnTo>
                    <a:pt x="968" y="284"/>
                  </a:lnTo>
                  <a:lnTo>
                    <a:pt x="970" y="290"/>
                  </a:lnTo>
                  <a:lnTo>
                    <a:pt x="972" y="298"/>
                  </a:lnTo>
                  <a:lnTo>
                    <a:pt x="972" y="298"/>
                  </a:lnTo>
                  <a:lnTo>
                    <a:pt x="970" y="308"/>
                  </a:lnTo>
                  <a:lnTo>
                    <a:pt x="968" y="318"/>
                  </a:lnTo>
                  <a:lnTo>
                    <a:pt x="962" y="326"/>
                  </a:lnTo>
                  <a:lnTo>
                    <a:pt x="956" y="332"/>
                  </a:lnTo>
                  <a:lnTo>
                    <a:pt x="946" y="336"/>
                  </a:lnTo>
                  <a:lnTo>
                    <a:pt x="934" y="340"/>
                  </a:lnTo>
                  <a:lnTo>
                    <a:pt x="918" y="342"/>
                  </a:lnTo>
                  <a:lnTo>
                    <a:pt x="900" y="344"/>
                  </a:lnTo>
                  <a:lnTo>
                    <a:pt x="900" y="344"/>
                  </a:lnTo>
                  <a:lnTo>
                    <a:pt x="874" y="340"/>
                  </a:lnTo>
                  <a:lnTo>
                    <a:pt x="844" y="334"/>
                  </a:lnTo>
                  <a:lnTo>
                    <a:pt x="814" y="324"/>
                  </a:lnTo>
                  <a:lnTo>
                    <a:pt x="788" y="310"/>
                  </a:lnTo>
                  <a:lnTo>
                    <a:pt x="758" y="378"/>
                  </a:lnTo>
                  <a:lnTo>
                    <a:pt x="758" y="378"/>
                  </a:lnTo>
                  <a:lnTo>
                    <a:pt x="774" y="386"/>
                  </a:lnTo>
                  <a:lnTo>
                    <a:pt x="790" y="394"/>
                  </a:lnTo>
                  <a:lnTo>
                    <a:pt x="808" y="400"/>
                  </a:lnTo>
                  <a:lnTo>
                    <a:pt x="828" y="406"/>
                  </a:lnTo>
                  <a:lnTo>
                    <a:pt x="866" y="412"/>
                  </a:lnTo>
                  <a:lnTo>
                    <a:pt x="902" y="414"/>
                  </a:lnTo>
                  <a:lnTo>
                    <a:pt x="902" y="414"/>
                  </a:lnTo>
                  <a:lnTo>
                    <a:pt x="920" y="414"/>
                  </a:lnTo>
                  <a:lnTo>
                    <a:pt x="936" y="412"/>
                  </a:lnTo>
                  <a:lnTo>
                    <a:pt x="954" y="410"/>
                  </a:lnTo>
                  <a:lnTo>
                    <a:pt x="968" y="406"/>
                  </a:lnTo>
                  <a:lnTo>
                    <a:pt x="982" y="402"/>
                  </a:lnTo>
                  <a:lnTo>
                    <a:pt x="996" y="396"/>
                  </a:lnTo>
                  <a:lnTo>
                    <a:pt x="1008" y="388"/>
                  </a:lnTo>
                  <a:lnTo>
                    <a:pt x="1018" y="382"/>
                  </a:lnTo>
                  <a:lnTo>
                    <a:pt x="1028" y="372"/>
                  </a:lnTo>
                  <a:lnTo>
                    <a:pt x="1036" y="364"/>
                  </a:lnTo>
                  <a:lnTo>
                    <a:pt x="1044" y="354"/>
                  </a:lnTo>
                  <a:lnTo>
                    <a:pt x="1048" y="344"/>
                  </a:lnTo>
                  <a:lnTo>
                    <a:pt x="1054" y="332"/>
                  </a:lnTo>
                  <a:lnTo>
                    <a:pt x="1056" y="320"/>
                  </a:lnTo>
                  <a:lnTo>
                    <a:pt x="1058" y="308"/>
                  </a:lnTo>
                  <a:lnTo>
                    <a:pt x="1060" y="296"/>
                  </a:lnTo>
                  <a:lnTo>
                    <a:pt x="1060" y="296"/>
                  </a:lnTo>
                  <a:lnTo>
                    <a:pt x="1058" y="272"/>
                  </a:lnTo>
                  <a:lnTo>
                    <a:pt x="1054" y="254"/>
                  </a:lnTo>
                  <a:lnTo>
                    <a:pt x="1046" y="238"/>
                  </a:lnTo>
                  <a:lnTo>
                    <a:pt x="1038" y="224"/>
                  </a:lnTo>
                  <a:lnTo>
                    <a:pt x="1026" y="214"/>
                  </a:lnTo>
                  <a:lnTo>
                    <a:pt x="1014" y="204"/>
                  </a:lnTo>
                  <a:lnTo>
                    <a:pt x="1000" y="196"/>
                  </a:lnTo>
                  <a:lnTo>
                    <a:pt x="986" y="190"/>
                  </a:lnTo>
                  <a:lnTo>
                    <a:pt x="986" y="190"/>
                  </a:lnTo>
                  <a:lnTo>
                    <a:pt x="956" y="180"/>
                  </a:lnTo>
                  <a:lnTo>
                    <a:pt x="928" y="170"/>
                  </a:lnTo>
                  <a:lnTo>
                    <a:pt x="928" y="170"/>
                  </a:lnTo>
                  <a:lnTo>
                    <a:pt x="894" y="160"/>
                  </a:lnTo>
                  <a:lnTo>
                    <a:pt x="882" y="154"/>
                  </a:lnTo>
                  <a:lnTo>
                    <a:pt x="870" y="148"/>
                  </a:lnTo>
                  <a:lnTo>
                    <a:pt x="862" y="140"/>
                  </a:lnTo>
                  <a:lnTo>
                    <a:pt x="856" y="132"/>
                  </a:lnTo>
                  <a:lnTo>
                    <a:pt x="852" y="122"/>
                  </a:lnTo>
                  <a:lnTo>
                    <a:pt x="850" y="112"/>
                  </a:lnTo>
                  <a:lnTo>
                    <a:pt x="850" y="112"/>
                  </a:lnTo>
                  <a:lnTo>
                    <a:pt x="852" y="102"/>
                  </a:lnTo>
                  <a:lnTo>
                    <a:pt x="854" y="94"/>
                  </a:lnTo>
                  <a:lnTo>
                    <a:pt x="858" y="86"/>
                  </a:lnTo>
                  <a:lnTo>
                    <a:pt x="866" y="80"/>
                  </a:lnTo>
                  <a:lnTo>
                    <a:pt x="874" y="76"/>
                  </a:lnTo>
                  <a:lnTo>
                    <a:pt x="888" y="72"/>
                  </a:lnTo>
                  <a:lnTo>
                    <a:pt x="902" y="68"/>
                  </a:lnTo>
                  <a:lnTo>
                    <a:pt x="922" y="68"/>
                  </a:lnTo>
                  <a:lnTo>
                    <a:pt x="922" y="68"/>
                  </a:lnTo>
                  <a:lnTo>
                    <a:pt x="950" y="70"/>
                  </a:lnTo>
                  <a:lnTo>
                    <a:pt x="978" y="76"/>
                  </a:lnTo>
                  <a:lnTo>
                    <a:pt x="1004" y="86"/>
                  </a:lnTo>
                  <a:lnTo>
                    <a:pt x="1026" y="96"/>
                  </a:lnTo>
                  <a:lnTo>
                    <a:pt x="1056" y="32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633">
                <a:solidFill>
                  <a:prstClr val="black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18" name="Freeform 13">
              <a:extLst>
                <a:ext uri="{FF2B5EF4-FFF2-40B4-BE49-F238E27FC236}">
                  <a16:creationId xmlns:a16="http://schemas.microsoft.com/office/drawing/2014/main" id="{CE7BDD92-7723-A20A-D8EE-2C9314EAF24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49193" y="7513461"/>
              <a:ext cx="161064" cy="102585"/>
            </a:xfrm>
            <a:custGeom>
              <a:avLst/>
              <a:gdLst>
                <a:gd name="T0" fmla="*/ 0 w 650"/>
                <a:gd name="T1" fmla="*/ 6 h 414"/>
                <a:gd name="T2" fmla="*/ 286 w 650"/>
                <a:gd name="T3" fmla="*/ 408 h 414"/>
                <a:gd name="T4" fmla="*/ 92 w 650"/>
                <a:gd name="T5" fmla="*/ 330 h 414"/>
                <a:gd name="T6" fmla="*/ 490 w 650"/>
                <a:gd name="T7" fmla="*/ 254 h 414"/>
                <a:gd name="T8" fmla="*/ 566 w 650"/>
                <a:gd name="T9" fmla="*/ 326 h 414"/>
                <a:gd name="T10" fmla="*/ 552 w 650"/>
                <a:gd name="T11" fmla="*/ 330 h 414"/>
                <a:gd name="T12" fmla="*/ 518 w 650"/>
                <a:gd name="T13" fmla="*/ 334 h 414"/>
                <a:gd name="T14" fmla="*/ 498 w 650"/>
                <a:gd name="T15" fmla="*/ 336 h 414"/>
                <a:gd name="T16" fmla="*/ 456 w 650"/>
                <a:gd name="T17" fmla="*/ 332 h 414"/>
                <a:gd name="T18" fmla="*/ 436 w 650"/>
                <a:gd name="T19" fmla="*/ 324 h 414"/>
                <a:gd name="T20" fmla="*/ 418 w 650"/>
                <a:gd name="T21" fmla="*/ 312 h 414"/>
                <a:gd name="T22" fmla="*/ 404 w 650"/>
                <a:gd name="T23" fmla="*/ 296 h 414"/>
                <a:gd name="T24" fmla="*/ 392 w 650"/>
                <a:gd name="T25" fmla="*/ 264 h 414"/>
                <a:gd name="T26" fmla="*/ 386 w 650"/>
                <a:gd name="T27" fmla="*/ 208 h 414"/>
                <a:gd name="T28" fmla="*/ 388 w 650"/>
                <a:gd name="T29" fmla="*/ 178 h 414"/>
                <a:gd name="T30" fmla="*/ 400 w 650"/>
                <a:gd name="T31" fmla="*/ 130 h 414"/>
                <a:gd name="T32" fmla="*/ 410 w 650"/>
                <a:gd name="T33" fmla="*/ 110 h 414"/>
                <a:gd name="T34" fmla="*/ 426 w 650"/>
                <a:gd name="T35" fmla="*/ 96 h 414"/>
                <a:gd name="T36" fmla="*/ 444 w 650"/>
                <a:gd name="T37" fmla="*/ 86 h 414"/>
                <a:gd name="T38" fmla="*/ 468 w 650"/>
                <a:gd name="T39" fmla="*/ 78 h 414"/>
                <a:gd name="T40" fmla="*/ 496 w 650"/>
                <a:gd name="T41" fmla="*/ 76 h 414"/>
                <a:gd name="T42" fmla="*/ 514 w 650"/>
                <a:gd name="T43" fmla="*/ 78 h 414"/>
                <a:gd name="T44" fmla="*/ 542 w 650"/>
                <a:gd name="T45" fmla="*/ 82 h 414"/>
                <a:gd name="T46" fmla="*/ 564 w 650"/>
                <a:gd name="T47" fmla="*/ 94 h 414"/>
                <a:gd name="T48" fmla="*/ 584 w 650"/>
                <a:gd name="T49" fmla="*/ 110 h 414"/>
                <a:gd name="T50" fmla="*/ 650 w 650"/>
                <a:gd name="T51" fmla="*/ 66 h 414"/>
                <a:gd name="T52" fmla="*/ 636 w 650"/>
                <a:gd name="T53" fmla="*/ 48 h 414"/>
                <a:gd name="T54" fmla="*/ 600 w 650"/>
                <a:gd name="T55" fmla="*/ 22 h 414"/>
                <a:gd name="T56" fmla="*/ 560 w 650"/>
                <a:gd name="T57" fmla="*/ 8 h 414"/>
                <a:gd name="T58" fmla="*/ 516 w 650"/>
                <a:gd name="T59" fmla="*/ 0 h 414"/>
                <a:gd name="T60" fmla="*/ 494 w 650"/>
                <a:gd name="T61" fmla="*/ 0 h 414"/>
                <a:gd name="T62" fmla="*/ 448 w 650"/>
                <a:gd name="T63" fmla="*/ 4 h 414"/>
                <a:gd name="T64" fmla="*/ 408 w 650"/>
                <a:gd name="T65" fmla="*/ 14 h 414"/>
                <a:gd name="T66" fmla="*/ 374 w 650"/>
                <a:gd name="T67" fmla="*/ 30 h 414"/>
                <a:gd name="T68" fmla="*/ 346 w 650"/>
                <a:gd name="T69" fmla="*/ 52 h 414"/>
                <a:gd name="T70" fmla="*/ 324 w 650"/>
                <a:gd name="T71" fmla="*/ 82 h 414"/>
                <a:gd name="T72" fmla="*/ 310 w 650"/>
                <a:gd name="T73" fmla="*/ 118 h 414"/>
                <a:gd name="T74" fmla="*/ 300 w 650"/>
                <a:gd name="T75" fmla="*/ 158 h 414"/>
                <a:gd name="T76" fmla="*/ 296 w 650"/>
                <a:gd name="T77" fmla="*/ 206 h 414"/>
                <a:gd name="T78" fmla="*/ 298 w 650"/>
                <a:gd name="T79" fmla="*/ 230 h 414"/>
                <a:gd name="T80" fmla="*/ 302 w 650"/>
                <a:gd name="T81" fmla="*/ 276 h 414"/>
                <a:gd name="T82" fmla="*/ 314 w 650"/>
                <a:gd name="T83" fmla="*/ 314 h 414"/>
                <a:gd name="T84" fmla="*/ 332 w 650"/>
                <a:gd name="T85" fmla="*/ 346 h 414"/>
                <a:gd name="T86" fmla="*/ 358 w 650"/>
                <a:gd name="T87" fmla="*/ 374 h 414"/>
                <a:gd name="T88" fmla="*/ 388 w 650"/>
                <a:gd name="T89" fmla="*/ 394 h 414"/>
                <a:gd name="T90" fmla="*/ 426 w 650"/>
                <a:gd name="T91" fmla="*/ 406 h 414"/>
                <a:gd name="T92" fmla="*/ 470 w 650"/>
                <a:gd name="T93" fmla="*/ 414 h 414"/>
                <a:gd name="T94" fmla="*/ 494 w 650"/>
                <a:gd name="T95" fmla="*/ 414 h 414"/>
                <a:gd name="T96" fmla="*/ 540 w 650"/>
                <a:gd name="T97" fmla="*/ 412 h 414"/>
                <a:gd name="T98" fmla="*/ 584 w 650"/>
                <a:gd name="T99" fmla="*/ 404 h 414"/>
                <a:gd name="T100" fmla="*/ 622 w 650"/>
                <a:gd name="T101" fmla="*/ 390 h 414"/>
                <a:gd name="T102" fmla="*/ 650 w 650"/>
                <a:gd name="T103" fmla="*/ 376 h 414"/>
                <a:gd name="T104" fmla="*/ 490 w 650"/>
                <a:gd name="T105" fmla="*/ 180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650" h="414">
                  <a:moveTo>
                    <a:pt x="92" y="6"/>
                  </a:moveTo>
                  <a:lnTo>
                    <a:pt x="0" y="6"/>
                  </a:lnTo>
                  <a:lnTo>
                    <a:pt x="0" y="408"/>
                  </a:lnTo>
                  <a:lnTo>
                    <a:pt x="286" y="408"/>
                  </a:lnTo>
                  <a:lnTo>
                    <a:pt x="286" y="330"/>
                  </a:lnTo>
                  <a:lnTo>
                    <a:pt x="92" y="330"/>
                  </a:lnTo>
                  <a:lnTo>
                    <a:pt x="92" y="6"/>
                  </a:lnTo>
                  <a:close/>
                  <a:moveTo>
                    <a:pt x="490" y="254"/>
                  </a:moveTo>
                  <a:lnTo>
                    <a:pt x="566" y="254"/>
                  </a:lnTo>
                  <a:lnTo>
                    <a:pt x="566" y="326"/>
                  </a:lnTo>
                  <a:lnTo>
                    <a:pt x="566" y="326"/>
                  </a:lnTo>
                  <a:lnTo>
                    <a:pt x="552" y="330"/>
                  </a:lnTo>
                  <a:lnTo>
                    <a:pt x="536" y="332"/>
                  </a:lnTo>
                  <a:lnTo>
                    <a:pt x="518" y="334"/>
                  </a:lnTo>
                  <a:lnTo>
                    <a:pt x="498" y="336"/>
                  </a:lnTo>
                  <a:lnTo>
                    <a:pt x="498" y="336"/>
                  </a:lnTo>
                  <a:lnTo>
                    <a:pt x="470" y="334"/>
                  </a:lnTo>
                  <a:lnTo>
                    <a:pt x="456" y="332"/>
                  </a:lnTo>
                  <a:lnTo>
                    <a:pt x="446" y="328"/>
                  </a:lnTo>
                  <a:lnTo>
                    <a:pt x="436" y="324"/>
                  </a:lnTo>
                  <a:lnTo>
                    <a:pt x="426" y="318"/>
                  </a:lnTo>
                  <a:lnTo>
                    <a:pt x="418" y="312"/>
                  </a:lnTo>
                  <a:lnTo>
                    <a:pt x="410" y="304"/>
                  </a:lnTo>
                  <a:lnTo>
                    <a:pt x="404" y="296"/>
                  </a:lnTo>
                  <a:lnTo>
                    <a:pt x="400" y="286"/>
                  </a:lnTo>
                  <a:lnTo>
                    <a:pt x="392" y="264"/>
                  </a:lnTo>
                  <a:lnTo>
                    <a:pt x="388" y="238"/>
                  </a:lnTo>
                  <a:lnTo>
                    <a:pt x="386" y="208"/>
                  </a:lnTo>
                  <a:lnTo>
                    <a:pt x="386" y="208"/>
                  </a:lnTo>
                  <a:lnTo>
                    <a:pt x="388" y="178"/>
                  </a:lnTo>
                  <a:lnTo>
                    <a:pt x="392" y="152"/>
                  </a:lnTo>
                  <a:lnTo>
                    <a:pt x="400" y="130"/>
                  </a:lnTo>
                  <a:lnTo>
                    <a:pt x="404" y="120"/>
                  </a:lnTo>
                  <a:lnTo>
                    <a:pt x="410" y="110"/>
                  </a:lnTo>
                  <a:lnTo>
                    <a:pt x="418" y="102"/>
                  </a:lnTo>
                  <a:lnTo>
                    <a:pt x="426" y="96"/>
                  </a:lnTo>
                  <a:lnTo>
                    <a:pt x="434" y="90"/>
                  </a:lnTo>
                  <a:lnTo>
                    <a:pt x="444" y="86"/>
                  </a:lnTo>
                  <a:lnTo>
                    <a:pt x="456" y="82"/>
                  </a:lnTo>
                  <a:lnTo>
                    <a:pt x="468" y="78"/>
                  </a:lnTo>
                  <a:lnTo>
                    <a:pt x="482" y="76"/>
                  </a:lnTo>
                  <a:lnTo>
                    <a:pt x="496" y="76"/>
                  </a:lnTo>
                  <a:lnTo>
                    <a:pt x="496" y="76"/>
                  </a:lnTo>
                  <a:lnTo>
                    <a:pt x="514" y="78"/>
                  </a:lnTo>
                  <a:lnTo>
                    <a:pt x="528" y="80"/>
                  </a:lnTo>
                  <a:lnTo>
                    <a:pt x="542" y="82"/>
                  </a:lnTo>
                  <a:lnTo>
                    <a:pt x="554" y="88"/>
                  </a:lnTo>
                  <a:lnTo>
                    <a:pt x="564" y="94"/>
                  </a:lnTo>
                  <a:lnTo>
                    <a:pt x="574" y="100"/>
                  </a:lnTo>
                  <a:lnTo>
                    <a:pt x="584" y="110"/>
                  </a:lnTo>
                  <a:lnTo>
                    <a:pt x="592" y="118"/>
                  </a:lnTo>
                  <a:lnTo>
                    <a:pt x="650" y="66"/>
                  </a:lnTo>
                  <a:lnTo>
                    <a:pt x="650" y="66"/>
                  </a:lnTo>
                  <a:lnTo>
                    <a:pt x="636" y="48"/>
                  </a:lnTo>
                  <a:lnTo>
                    <a:pt x="618" y="34"/>
                  </a:lnTo>
                  <a:lnTo>
                    <a:pt x="600" y="22"/>
                  </a:lnTo>
                  <a:lnTo>
                    <a:pt x="580" y="14"/>
                  </a:lnTo>
                  <a:lnTo>
                    <a:pt x="560" y="8"/>
                  </a:lnTo>
                  <a:lnTo>
                    <a:pt x="538" y="4"/>
                  </a:lnTo>
                  <a:lnTo>
                    <a:pt x="516" y="0"/>
                  </a:lnTo>
                  <a:lnTo>
                    <a:pt x="494" y="0"/>
                  </a:lnTo>
                  <a:lnTo>
                    <a:pt x="494" y="0"/>
                  </a:lnTo>
                  <a:lnTo>
                    <a:pt x="472" y="0"/>
                  </a:lnTo>
                  <a:lnTo>
                    <a:pt x="448" y="4"/>
                  </a:lnTo>
                  <a:lnTo>
                    <a:pt x="428" y="8"/>
                  </a:lnTo>
                  <a:lnTo>
                    <a:pt x="408" y="14"/>
                  </a:lnTo>
                  <a:lnTo>
                    <a:pt x="392" y="20"/>
                  </a:lnTo>
                  <a:lnTo>
                    <a:pt x="374" y="30"/>
                  </a:lnTo>
                  <a:lnTo>
                    <a:pt x="360" y="40"/>
                  </a:lnTo>
                  <a:lnTo>
                    <a:pt x="346" y="52"/>
                  </a:lnTo>
                  <a:lnTo>
                    <a:pt x="336" y="66"/>
                  </a:lnTo>
                  <a:lnTo>
                    <a:pt x="324" y="82"/>
                  </a:lnTo>
                  <a:lnTo>
                    <a:pt x="316" y="98"/>
                  </a:lnTo>
                  <a:lnTo>
                    <a:pt x="310" y="118"/>
                  </a:lnTo>
                  <a:lnTo>
                    <a:pt x="304" y="138"/>
                  </a:lnTo>
                  <a:lnTo>
                    <a:pt x="300" y="158"/>
                  </a:lnTo>
                  <a:lnTo>
                    <a:pt x="298" y="182"/>
                  </a:lnTo>
                  <a:lnTo>
                    <a:pt x="296" y="206"/>
                  </a:lnTo>
                  <a:lnTo>
                    <a:pt x="296" y="206"/>
                  </a:lnTo>
                  <a:lnTo>
                    <a:pt x="298" y="230"/>
                  </a:lnTo>
                  <a:lnTo>
                    <a:pt x="300" y="254"/>
                  </a:lnTo>
                  <a:lnTo>
                    <a:pt x="302" y="276"/>
                  </a:lnTo>
                  <a:lnTo>
                    <a:pt x="308" y="296"/>
                  </a:lnTo>
                  <a:lnTo>
                    <a:pt x="314" y="314"/>
                  </a:lnTo>
                  <a:lnTo>
                    <a:pt x="324" y="332"/>
                  </a:lnTo>
                  <a:lnTo>
                    <a:pt x="332" y="346"/>
                  </a:lnTo>
                  <a:lnTo>
                    <a:pt x="344" y="360"/>
                  </a:lnTo>
                  <a:lnTo>
                    <a:pt x="358" y="374"/>
                  </a:lnTo>
                  <a:lnTo>
                    <a:pt x="372" y="384"/>
                  </a:lnTo>
                  <a:lnTo>
                    <a:pt x="388" y="394"/>
                  </a:lnTo>
                  <a:lnTo>
                    <a:pt x="406" y="400"/>
                  </a:lnTo>
                  <a:lnTo>
                    <a:pt x="426" y="406"/>
                  </a:lnTo>
                  <a:lnTo>
                    <a:pt x="446" y="410"/>
                  </a:lnTo>
                  <a:lnTo>
                    <a:pt x="470" y="414"/>
                  </a:lnTo>
                  <a:lnTo>
                    <a:pt x="494" y="414"/>
                  </a:lnTo>
                  <a:lnTo>
                    <a:pt x="494" y="414"/>
                  </a:lnTo>
                  <a:lnTo>
                    <a:pt x="518" y="414"/>
                  </a:lnTo>
                  <a:lnTo>
                    <a:pt x="540" y="412"/>
                  </a:lnTo>
                  <a:lnTo>
                    <a:pt x="562" y="408"/>
                  </a:lnTo>
                  <a:lnTo>
                    <a:pt x="584" y="404"/>
                  </a:lnTo>
                  <a:lnTo>
                    <a:pt x="604" y="398"/>
                  </a:lnTo>
                  <a:lnTo>
                    <a:pt x="622" y="390"/>
                  </a:lnTo>
                  <a:lnTo>
                    <a:pt x="638" y="384"/>
                  </a:lnTo>
                  <a:lnTo>
                    <a:pt x="650" y="376"/>
                  </a:lnTo>
                  <a:lnTo>
                    <a:pt x="650" y="180"/>
                  </a:lnTo>
                  <a:lnTo>
                    <a:pt x="490" y="180"/>
                  </a:lnTo>
                  <a:lnTo>
                    <a:pt x="490" y="25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633">
                <a:solidFill>
                  <a:prstClr val="black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</p:grpSp>
      <p:sp>
        <p:nvSpPr>
          <p:cNvPr id="15" name="Text Box 11">
            <a:extLst>
              <a:ext uri="{FF2B5EF4-FFF2-40B4-BE49-F238E27FC236}">
                <a16:creationId xmlns:a16="http://schemas.microsoft.com/office/drawing/2014/main" id="{2E4285A6-89E1-45CC-B598-D60D330EFE2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700939" y="6558910"/>
            <a:ext cx="504123" cy="15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>
            <a:defPPr>
              <a:defRPr lang="ko-KR"/>
            </a:defPPr>
            <a:lvl1pPr marR="0" lvl="0" indent="0" algn="ctr" defTabSz="906479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00" b="0" i="0" u="none" strike="noStrike" cap="none" spc="0" normalizeH="0" baseline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KoPub바탕체 Medium" panose="02020603020101020101" pitchFamily="18" charset="-127"/>
                <a:ea typeface="KoPub바탕체 Medium" panose="02020603020101020101" pitchFamily="18" charset="-127"/>
                <a:cs typeface="Arial" panose="020B0604020202020204" pitchFamily="34" charset="0"/>
              </a:defRPr>
            </a:lvl1pPr>
            <a:lvl2pPr marL="742950" indent="-285750">
              <a:defRPr sz="1200">
                <a:latin typeface="나눔고딕" pitchFamily="50" charset="-127"/>
                <a:ea typeface="나눔고딕" pitchFamily="50" charset="-127"/>
              </a:defRPr>
            </a:lvl2pPr>
            <a:lvl3pPr marL="1143000" indent="-228600">
              <a:defRPr sz="1200">
                <a:latin typeface="나눔고딕" pitchFamily="50" charset="-127"/>
                <a:ea typeface="나눔고딕" pitchFamily="50" charset="-127"/>
              </a:defRPr>
            </a:lvl3pPr>
            <a:lvl4pPr marL="1600200" indent="-228600">
              <a:defRPr sz="1200">
                <a:latin typeface="나눔고딕" pitchFamily="50" charset="-127"/>
                <a:ea typeface="나눔고딕" pitchFamily="50" charset="-127"/>
              </a:defRPr>
            </a:lvl4pPr>
            <a:lvl5pPr marL="2057400" indent="-228600">
              <a:defRPr sz="1200">
                <a:latin typeface="나눔고딕" pitchFamily="50" charset="-127"/>
                <a:ea typeface="나눔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latin typeface="나눔고딕" pitchFamily="50" charset="-127"/>
                <a:ea typeface="나눔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latin typeface="나눔고딕" pitchFamily="50" charset="-127"/>
                <a:ea typeface="나눔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latin typeface="나눔고딕" pitchFamily="50" charset="-127"/>
                <a:ea typeface="나눔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latin typeface="나눔고딕" pitchFamily="50" charset="-127"/>
                <a:ea typeface="나눔고딕" pitchFamily="50" charset="-127"/>
              </a:defRPr>
            </a:lvl9pPr>
          </a:lstStyle>
          <a:p>
            <a:pPr lvl="0"/>
            <a:r>
              <a:rPr lang="en-US" altLang="ko-KR"/>
              <a:t>- </a:t>
            </a:r>
            <a:fld id="{D2E8EBFB-CE22-4C5C-A92F-B6D0BD14173E}" type="slidenum">
              <a:rPr lang="en-US" altLang="ko-KR" smtClean="0"/>
              <a:pPr lvl="0"/>
              <a:t>‹#›</a:t>
            </a:fld>
            <a:r>
              <a:rPr lang="en-US" altLang="ko-KR"/>
              <a:t> -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3678FC44-6906-05F6-032C-0C4056F59CC6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rcRect l="5622" t="14172" r="5244" b="14971"/>
          <a:stretch>
            <a:fillRect/>
          </a:stretch>
        </p:blipFill>
        <p:spPr>
          <a:xfrm>
            <a:off x="526893" y="6539174"/>
            <a:ext cx="1113739" cy="193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7934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8" r:id="rId1"/>
    <p:sldLayoutId id="2147483809" r:id="rId2"/>
    <p:sldLayoutId id="2147483810" r:id="rId3"/>
    <p:sldLayoutId id="2147483816" r:id="rId4"/>
    <p:sldLayoutId id="2147483772" r:id="rId5"/>
  </p:sldLayoutIdLst>
  <p:hf sldNum="0" hd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65" userDrawn="1">
          <p15:clr>
            <a:srgbClr val="F26B43"/>
          </p15:clr>
        </p15:guide>
        <p15:guide id="5" pos="5910" userDrawn="1">
          <p15:clr>
            <a:srgbClr val="F26B43"/>
          </p15:clr>
        </p15:guide>
        <p15:guide id="6" pos="330" userDrawn="1">
          <p15:clr>
            <a:srgbClr val="F26B43"/>
          </p15:clr>
        </p15:guide>
        <p15:guide id="8" orient="horz" pos="1185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#jj(26)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Rectangle 5">
            <a:extLst>
              <a:ext uri="{FF2B5EF4-FFF2-40B4-BE49-F238E27FC236}">
                <a16:creationId xmlns:a16="http://schemas.microsoft.com/office/drawing/2014/main" id="{7C1B63B8-C5AA-438C-A24F-6277462DE9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811" y="479272"/>
            <a:ext cx="238848" cy="3877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0C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b">
            <a:spAutoFit/>
          </a:bodyPr>
          <a:lstStyle/>
          <a:p>
            <a:pPr algn="ctr" defTabSz="935755">
              <a:lnSpc>
                <a:spcPct val="90000"/>
              </a:lnSpc>
              <a:spcBef>
                <a:spcPct val="0"/>
              </a:spcBef>
            </a:pPr>
            <a:r>
              <a:rPr lang="en-US" altLang="ko-KR" sz="280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  <a:cs typeface="+mj-cs"/>
              </a:rPr>
              <a:t>3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02590F6-B360-4E50-8680-E8DBD7D0E8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2540" y="1148040"/>
            <a:ext cx="8569585" cy="47404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 anchorCtr="0">
            <a:spAutoFit/>
          </a:bodyPr>
          <a:lstStyle/>
          <a:p>
            <a:pPr defTabSz="903512" fontAlgn="base" latinLnBrk="0">
              <a:lnSpc>
                <a:spcPct val="120000"/>
              </a:lnSpc>
              <a:spcBef>
                <a:spcPts val="100"/>
              </a:spcBef>
              <a:spcAft>
                <a:spcPct val="0"/>
              </a:spcAft>
              <a:buClr>
                <a:srgbClr val="4D4D4D"/>
              </a:buClr>
              <a:buSzPct val="120000"/>
            </a:pPr>
            <a:r>
              <a:rPr lang="ko-KR" altLang="en-US">
                <a:latin typeface="KoPub돋움체 Medium"/>
                <a:ea typeface="KoPub돋움체 Medium"/>
                <a:cs typeface="Arial"/>
              </a:rPr>
              <a:t>고객정보를 통합적으로 관리할 수 있는 화면 체계를 구축하여 전사 고객정보의 일관성과 가시성 확보합니다.</a:t>
            </a:r>
            <a:br>
              <a:rPr lang="en-US" altLang="ko-KR"/>
            </a:br>
            <a:r>
              <a:rPr lang="ko-KR" altLang="en-US">
                <a:latin typeface="KoPub돋움체 Medium"/>
                <a:ea typeface="KoPub돋움체 Medium"/>
                <a:cs typeface="Arial"/>
              </a:rPr>
              <a:t>고객정보 관리체계 고도화</a:t>
            </a:r>
            <a:r>
              <a:rPr lang="en-US" altLang="ko-KR">
                <a:latin typeface="KoPub돋움체 Medium"/>
                <a:ea typeface="KoPub돋움체 Medium"/>
                <a:cs typeface="Arial"/>
              </a:rPr>
              <a:t>, </a:t>
            </a:r>
            <a:r>
              <a:rPr lang="ko-KR" altLang="en-US">
                <a:latin typeface="KoPub돋움체 Medium"/>
                <a:ea typeface="KoPub돋움체 Medium"/>
                <a:cs typeface="Arial"/>
              </a:rPr>
              <a:t>안정적인 원천 데이터 연계를 통해 신뢰성 높은 통합 고객정보 서비스를 구현합니다.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85C9C624-EE5C-4593-AB34-F69A7A3BA037}"/>
              </a:ext>
            </a:extLst>
          </p:cNvPr>
          <p:cNvGrpSpPr/>
          <p:nvPr/>
        </p:nvGrpSpPr>
        <p:grpSpPr>
          <a:xfrm>
            <a:off x="1019552" y="265478"/>
            <a:ext cx="2712281" cy="546027"/>
            <a:chOff x="1019552" y="265478"/>
            <a:chExt cx="2712281" cy="546027"/>
          </a:xfrm>
        </p:grpSpPr>
        <p:sp>
          <p:nvSpPr>
            <p:cNvPr id="210" name="Rectangle 5">
              <a:extLst>
                <a:ext uri="{FF2B5EF4-FFF2-40B4-BE49-F238E27FC236}">
                  <a16:creationId xmlns:a16="http://schemas.microsoft.com/office/drawing/2014/main" id="{BEA71BEB-36E5-4DCA-92F9-A288ACD88C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9552" y="589328"/>
              <a:ext cx="2712281" cy="2221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0C0C0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b">
              <a:spAutoFit/>
            </a:bodyPr>
            <a:lstStyle/>
            <a:p>
              <a:pPr defTabSz="935755">
                <a:lnSpc>
                  <a:spcPct val="90000"/>
                </a:lnSpc>
                <a:spcBef>
                  <a:spcPct val="0"/>
                </a:spcBef>
              </a:pPr>
              <a:r>
                <a:rPr lang="en-US" altLang="ko-KR" sz="1600" spc="-80">
                  <a:ln>
                    <a:solidFill>
                      <a:srgbClr val="CF043C">
                        <a:alpha val="0"/>
                      </a:srgbClr>
                    </a:solidFill>
                  </a:ln>
                  <a:solidFill>
                    <a:schemeClr val="tx2">
                      <a:lumMod val="60000"/>
                      <a:lumOff val="40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3.6 </a:t>
              </a:r>
              <a:r>
                <a:rPr lang="ko-KR" altLang="en-US" sz="1600" spc="-80">
                  <a:ln>
                    <a:solidFill>
                      <a:srgbClr val="CF043C">
                        <a:alpha val="0"/>
                      </a:srgbClr>
                    </a:solidFill>
                  </a:ln>
                  <a:solidFill>
                    <a:schemeClr val="tx2">
                      <a:lumMod val="60000"/>
                      <a:lumOff val="40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영업관리 </a:t>
              </a:r>
              <a:r>
                <a:rPr lang="en-US" altLang="ko-KR" sz="1600" spc="-80">
                  <a:ln>
                    <a:solidFill>
                      <a:srgbClr val="CF043C">
                        <a:alpha val="0"/>
                      </a:srgbClr>
                    </a:solidFill>
                  </a:ln>
                  <a:solidFill>
                    <a:schemeClr val="tx2">
                      <a:lumMod val="60000"/>
                      <a:lumOff val="40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2.0 </a:t>
              </a:r>
              <a:r>
                <a:rPr lang="ko-KR" altLang="en-US" sz="1600" spc="-80">
                  <a:ln>
                    <a:solidFill>
                      <a:srgbClr val="CF043C">
                        <a:alpha val="0"/>
                      </a:srgbClr>
                    </a:solidFill>
                  </a:ln>
                  <a:solidFill>
                    <a:schemeClr val="tx2">
                      <a:lumMod val="60000"/>
                      <a:lumOff val="40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≫ </a:t>
              </a:r>
              <a:r>
                <a:rPr lang="en-US" altLang="ko-KR" sz="1600" spc="-80">
                  <a:ln>
                    <a:solidFill>
                      <a:srgbClr val="CF043C">
                        <a:alpha val="0"/>
                      </a:srgbClr>
                    </a:solidFill>
                  </a:ln>
                  <a:solidFill>
                    <a:schemeClr val="tx2">
                      <a:lumMod val="60000"/>
                      <a:lumOff val="40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3.6.3 </a:t>
              </a:r>
              <a:r>
                <a:rPr lang="ko-KR" altLang="en-US" sz="1600" spc="-80">
                  <a:ln>
                    <a:solidFill>
                      <a:srgbClr val="CF043C">
                        <a:alpha val="0"/>
                      </a:srgbClr>
                    </a:solidFill>
                  </a:ln>
                  <a:solidFill>
                    <a:schemeClr val="tx2">
                      <a:lumMod val="60000"/>
                      <a:lumOff val="40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고객관리</a:t>
              </a:r>
              <a:endParaRPr lang="ko-KR" altLang="en-US" sz="1600">
                <a:ln>
                  <a:solidFill>
                    <a:srgbClr val="CF043C">
                      <a:alpha val="0"/>
                    </a:srgb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+mj-cs"/>
              </a:endParaRPr>
            </a:p>
          </p:txBody>
        </p:sp>
        <p:sp>
          <p:nvSpPr>
            <p:cNvPr id="211" name="Rectangle 5">
              <a:extLst>
                <a:ext uri="{FF2B5EF4-FFF2-40B4-BE49-F238E27FC236}">
                  <a16:creationId xmlns:a16="http://schemas.microsoft.com/office/drawing/2014/main" id="{E760E09E-1EDA-4C50-A68A-4A031B03E6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9552" y="265478"/>
              <a:ext cx="1283044" cy="2221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0C0C0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b">
              <a:spAutoFit/>
            </a:bodyPr>
            <a:lstStyle/>
            <a:p>
              <a:pPr defTabSz="935755">
                <a:lnSpc>
                  <a:spcPct val="90000"/>
                </a:lnSpc>
                <a:spcBef>
                  <a:spcPct val="0"/>
                </a:spcBef>
              </a:pPr>
              <a:r>
                <a:rPr lang="ko-KR" altLang="en-US" sz="1600" spc="-80">
                  <a:ln>
                    <a:solidFill>
                      <a:srgbClr val="CF043C">
                        <a:alpha val="0"/>
                      </a:srgbClr>
                    </a:solidFill>
                  </a:ln>
                  <a:solidFill>
                    <a:schemeClr val="tx2">
                      <a:lumMod val="60000"/>
                      <a:lumOff val="40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+mj-cs"/>
                </a:rPr>
                <a:t>시스템 구축 방안</a:t>
              </a:r>
            </a:p>
          </p:txBody>
        </p: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D7B50706-C233-213B-D476-D6BED19A967A}"/>
              </a:ext>
            </a:extLst>
          </p:cNvPr>
          <p:cNvGrpSpPr/>
          <p:nvPr/>
        </p:nvGrpSpPr>
        <p:grpSpPr>
          <a:xfrm>
            <a:off x="343031" y="2108850"/>
            <a:ext cx="8918636" cy="1465475"/>
            <a:chOff x="343031" y="2517594"/>
            <a:chExt cx="8918636" cy="1465475"/>
          </a:xfrm>
        </p:grpSpPr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0E51247F-73BA-FC08-A9F7-0CDADD477535}"/>
                </a:ext>
              </a:extLst>
            </p:cNvPr>
            <p:cNvGrpSpPr/>
            <p:nvPr/>
          </p:nvGrpSpPr>
          <p:grpSpPr>
            <a:xfrm>
              <a:off x="343031" y="2517594"/>
              <a:ext cx="394287" cy="1227274"/>
              <a:chOff x="343031" y="1790043"/>
              <a:chExt cx="394287" cy="1227274"/>
            </a:xfrm>
          </p:grpSpPr>
          <p:sp>
            <p:nvSpPr>
              <p:cNvPr id="44" name="모서리가 둥근 직사각형 50">
                <a:extLst>
                  <a:ext uri="{FF2B5EF4-FFF2-40B4-BE49-F238E27FC236}">
                    <a16:creationId xmlns:a16="http://schemas.microsoft.com/office/drawing/2014/main" id="{03A49A97-A9D3-F047-46C6-CFB60037EBFB}"/>
                  </a:ext>
                </a:extLst>
              </p:cNvPr>
              <p:cNvSpPr/>
              <p:nvPr/>
            </p:nvSpPr>
            <p:spPr>
              <a:xfrm>
                <a:off x="343031" y="1864629"/>
                <a:ext cx="394287" cy="1152688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  <a:effectLst>
                <a:prstShdw prst="shdw17" dist="17961" dir="2700000">
                  <a:srgbClr val="000000"/>
                </a:prstShdw>
              </a:effectLst>
            </p:spPr>
            <p:txBody>
              <a:bodyPr wrap="square" lIns="0" tIns="0" rIns="0" bIns="0" anchor="ctr">
                <a:spAutoFit/>
              </a:bodyPr>
              <a:lstStyle/>
              <a:p>
                <a:pPr marL="0" marR="0" lvl="0" indent="0" defTabSz="914400" eaLnBrk="1" fontAlgn="base" latinLnBrk="0" hangingPunct="1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1600" b="0" i="0" u="none" strike="noStrike" kern="0" cap="none" spc="0" normalizeH="0" baseline="0" noProof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페이퍼로지 5 Medium" pitchFamily="2" charset="-127"/>
                    <a:ea typeface="페이퍼로지 5 Medium" pitchFamily="2" charset="-127"/>
                  </a:rPr>
                  <a:t>설계목표</a:t>
                </a:r>
              </a:p>
            </p:txBody>
          </p:sp>
          <p:grpSp>
            <p:nvGrpSpPr>
              <p:cNvPr id="45" name="그룹 44">
                <a:extLst>
                  <a:ext uri="{FF2B5EF4-FFF2-40B4-BE49-F238E27FC236}">
                    <a16:creationId xmlns:a16="http://schemas.microsoft.com/office/drawing/2014/main" id="{4E63746F-91A6-212F-5BD6-D14464E66F5C}"/>
                  </a:ext>
                </a:extLst>
              </p:cNvPr>
              <p:cNvGrpSpPr/>
              <p:nvPr/>
            </p:nvGrpSpPr>
            <p:grpSpPr>
              <a:xfrm>
                <a:off x="351956" y="1790043"/>
                <a:ext cx="369558" cy="0"/>
                <a:chOff x="371475" y="4729163"/>
                <a:chExt cx="252414" cy="0"/>
              </a:xfrm>
            </p:grpSpPr>
            <p:cxnSp>
              <p:nvCxnSpPr>
                <p:cNvPr id="46" name="직선 연결선 45">
                  <a:extLst>
                    <a:ext uri="{FF2B5EF4-FFF2-40B4-BE49-F238E27FC236}">
                      <a16:creationId xmlns:a16="http://schemas.microsoft.com/office/drawing/2014/main" id="{5EAFC447-FDD2-7DE4-CD5A-88C3CECD029F}"/>
                    </a:ext>
                  </a:extLst>
                </p:cNvPr>
                <p:cNvCxnSpPr/>
                <p:nvPr/>
              </p:nvCxnSpPr>
              <p:spPr>
                <a:xfrm>
                  <a:off x="437043" y="4729163"/>
                  <a:ext cx="186846" cy="0"/>
                </a:xfrm>
                <a:prstGeom prst="line">
                  <a:avLst/>
                </a:prstGeom>
                <a:noFill/>
                <a:ln w="15875" cap="flat" cmpd="sng" algn="ctr">
                  <a:solidFill>
                    <a:sysClr val="window" lastClr="FFFFFF">
                      <a:lumMod val="85000"/>
                    </a:sysClr>
                  </a:solidFill>
                  <a:prstDash val="solid"/>
                </a:ln>
                <a:effectLst/>
              </p:spPr>
            </p:cxnSp>
            <p:cxnSp>
              <p:nvCxnSpPr>
                <p:cNvPr id="47" name="직선 연결선 46">
                  <a:extLst>
                    <a:ext uri="{FF2B5EF4-FFF2-40B4-BE49-F238E27FC236}">
                      <a16:creationId xmlns:a16="http://schemas.microsoft.com/office/drawing/2014/main" id="{F66EDC1F-9907-E1D2-2E8E-97716969E51D}"/>
                    </a:ext>
                  </a:extLst>
                </p:cNvPr>
                <p:cNvCxnSpPr/>
                <p:nvPr/>
              </p:nvCxnSpPr>
              <p:spPr>
                <a:xfrm>
                  <a:off x="371475" y="4729163"/>
                  <a:ext cx="72000" cy="0"/>
                </a:xfrm>
                <a:prstGeom prst="line">
                  <a:avLst/>
                </a:prstGeom>
                <a:noFill/>
                <a:ln w="15875" cap="flat" cmpd="sng" algn="ctr">
                  <a:solidFill>
                    <a:sysClr val="window" lastClr="FFFFFF">
                      <a:lumMod val="50000"/>
                    </a:sysClr>
                  </a:solidFill>
                  <a:prstDash val="solid"/>
                </a:ln>
                <a:effectLst/>
              </p:spPr>
            </p:cxnSp>
          </p:grpSp>
        </p:grpSp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470B68BF-8E06-8AC2-E3AE-608C34C4A390}"/>
                </a:ext>
              </a:extLst>
            </p:cNvPr>
            <p:cNvGrpSpPr/>
            <p:nvPr/>
          </p:nvGrpSpPr>
          <p:grpSpPr>
            <a:xfrm>
              <a:off x="1345327" y="2538181"/>
              <a:ext cx="7916340" cy="1444888"/>
              <a:chOff x="1705161" y="2538181"/>
              <a:chExt cx="7196673" cy="1444888"/>
            </a:xfrm>
          </p:grpSpPr>
          <p:grpSp>
            <p:nvGrpSpPr>
              <p:cNvPr id="7" name="그룹 6">
                <a:extLst>
                  <a:ext uri="{FF2B5EF4-FFF2-40B4-BE49-F238E27FC236}">
                    <a16:creationId xmlns:a16="http://schemas.microsoft.com/office/drawing/2014/main" id="{A3A63C83-C760-4AC2-6B3A-CE70ED8DEED2}"/>
                  </a:ext>
                </a:extLst>
              </p:cNvPr>
              <p:cNvGrpSpPr/>
              <p:nvPr/>
            </p:nvGrpSpPr>
            <p:grpSpPr>
              <a:xfrm>
                <a:off x="1705161" y="2538181"/>
                <a:ext cx="7196673" cy="1444888"/>
                <a:chOff x="1705161" y="2639781"/>
                <a:chExt cx="7196673" cy="1444888"/>
              </a:xfrm>
            </p:grpSpPr>
            <p:grpSp>
              <p:nvGrpSpPr>
                <p:cNvPr id="29" name="그룹 28">
                  <a:extLst>
                    <a:ext uri="{FF2B5EF4-FFF2-40B4-BE49-F238E27FC236}">
                      <a16:creationId xmlns:a16="http://schemas.microsoft.com/office/drawing/2014/main" id="{07D395F4-723D-60FD-1164-B6123FDE2002}"/>
                    </a:ext>
                  </a:extLst>
                </p:cNvPr>
                <p:cNvGrpSpPr/>
                <p:nvPr/>
              </p:nvGrpSpPr>
              <p:grpSpPr>
                <a:xfrm>
                  <a:off x="6572947" y="2639782"/>
                  <a:ext cx="2328887" cy="1444887"/>
                  <a:chOff x="6640941" y="2305716"/>
                  <a:chExt cx="1664805" cy="1829806"/>
                </a:xfrm>
              </p:grpSpPr>
              <p:sp>
                <p:nvSpPr>
                  <p:cNvPr id="40" name="타원 39">
                    <a:extLst>
                      <a:ext uri="{FF2B5EF4-FFF2-40B4-BE49-F238E27FC236}">
                        <a16:creationId xmlns:a16="http://schemas.microsoft.com/office/drawing/2014/main" id="{1E72FF26-225D-2A68-AEA9-95667F696154}"/>
                      </a:ext>
                    </a:extLst>
                  </p:cNvPr>
                  <p:cNvSpPr/>
                  <p:nvPr/>
                </p:nvSpPr>
                <p:spPr>
                  <a:xfrm>
                    <a:off x="6647469" y="3891432"/>
                    <a:ext cx="1651749" cy="244090"/>
                  </a:xfrm>
                  <a:prstGeom prst="ellipse">
                    <a:avLst/>
                  </a:prstGeom>
                  <a:solidFill>
                    <a:srgbClr val="283034">
                      <a:alpha val="14000"/>
                    </a:srgbClr>
                  </a:soli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ko-KR" altLang="en-US" sz="32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페이퍼로지 5 Medium"/>
                      <a:ea typeface="나눔스퀘어 네오 Regular"/>
                      <a:cs typeface="+mn-cs"/>
                    </a:endParaRPr>
                  </a:p>
                </p:txBody>
              </p:sp>
              <p:grpSp>
                <p:nvGrpSpPr>
                  <p:cNvPr id="41" name="그룹 40">
                    <a:extLst>
                      <a:ext uri="{FF2B5EF4-FFF2-40B4-BE49-F238E27FC236}">
                        <a16:creationId xmlns:a16="http://schemas.microsoft.com/office/drawing/2014/main" id="{46E49175-B970-5D85-AB81-3570C25A86D7}"/>
                      </a:ext>
                    </a:extLst>
                  </p:cNvPr>
                  <p:cNvGrpSpPr/>
                  <p:nvPr/>
                </p:nvGrpSpPr>
                <p:grpSpPr>
                  <a:xfrm>
                    <a:off x="6640941" y="2305716"/>
                    <a:ext cx="1664805" cy="1673694"/>
                    <a:chOff x="6840910" y="2314433"/>
                    <a:chExt cx="1757696" cy="1767081"/>
                  </a:xfrm>
                </p:grpSpPr>
                <p:sp>
                  <p:nvSpPr>
                    <p:cNvPr id="42" name="타원 31">
                      <a:extLst>
                        <a:ext uri="{FF2B5EF4-FFF2-40B4-BE49-F238E27FC236}">
                          <a16:creationId xmlns:a16="http://schemas.microsoft.com/office/drawing/2014/main" id="{4F21E1B7-707A-9BE9-8F93-ED79D7AA070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40910" y="2314433"/>
                      <a:ext cx="1757696" cy="1767081"/>
                    </a:xfrm>
                    <a:prstGeom prst="roundRect">
                      <a:avLst>
                        <a:gd name="adj" fmla="val 8379"/>
                      </a:avLst>
                    </a:prstGeom>
                    <a:gradFill>
                      <a:gsLst>
                        <a:gs pos="100000">
                          <a:srgbClr val="152453"/>
                        </a:gs>
                        <a:gs pos="0">
                          <a:srgbClr val="20367B"/>
                        </a:gs>
                      </a:gsLst>
                      <a:lin ang="2700000" scaled="0"/>
                    </a:gradFill>
                    <a:ln w="19050" cap="flat" cmpd="sng" algn="ctr">
                      <a:solidFill>
                        <a:sysClr val="window" lastClr="FFFFFF"/>
                      </a:solidFill>
                      <a:prstDash val="solid"/>
                    </a:ln>
                    <a:effectLst/>
                  </p:spPr>
                  <p:txBody>
                    <a:bodyPr lIns="0" tIns="0" rIns="0" bIns="0" rtlCol="0" anchor="ctr"/>
                    <a:lstStyle/>
                    <a:p>
                      <a:pPr algn="ctr" fontAlgn="base" latinLnBrk="0">
                        <a:spcBef>
                          <a:spcPts val="300"/>
                        </a:spcBef>
                        <a:defRPr/>
                      </a:pPr>
                      <a:r>
                        <a:rPr kumimoji="1" lang="ko-KR" altLang="en-US" sz="2000" kern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white"/>
                          </a:solidFill>
                          <a:latin typeface="페이퍼로지 7 Bold" pitchFamily="2" charset="-127"/>
                          <a:ea typeface="페이퍼로지 7 Bold" pitchFamily="2" charset="-127"/>
                        </a:rPr>
                        <a:t>안정적</a:t>
                      </a:r>
                      <a:endParaRPr kumimoji="1" lang="en-US" altLang="ko-KR" sz="2000" kern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white"/>
                        </a:solidFill>
                        <a:latin typeface="페이퍼로지 7 Bold" pitchFamily="2" charset="-127"/>
                        <a:ea typeface="페이퍼로지 7 Bold" pitchFamily="2" charset="-127"/>
                      </a:endParaRPr>
                    </a:p>
                    <a:p>
                      <a:pPr algn="ctr" fontAlgn="base" latinLnBrk="0">
                        <a:spcBef>
                          <a:spcPts val="300"/>
                        </a:spcBef>
                        <a:defRPr/>
                      </a:pPr>
                      <a:r>
                        <a:rPr kumimoji="1" lang="ko-KR" altLang="en-US" sz="2000" kern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white"/>
                          </a:solidFill>
                          <a:latin typeface="페이퍼로지 7 Bold" pitchFamily="2" charset="-127"/>
                          <a:ea typeface="페이퍼로지 7 Bold" pitchFamily="2" charset="-127"/>
                        </a:rPr>
                        <a:t>연동 체계 구축 </a:t>
                      </a:r>
                    </a:p>
                  </p:txBody>
                </p:sp>
                <p:sp>
                  <p:nvSpPr>
                    <p:cNvPr id="43" name="모서리가 둥근 직사각형 324">
                      <a:extLst>
                        <a:ext uri="{FF2B5EF4-FFF2-40B4-BE49-F238E27FC236}">
                          <a16:creationId xmlns:a16="http://schemas.microsoft.com/office/drawing/2014/main" id="{0DD25C70-7A03-8751-77C8-8E24900B88A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83976" y="2707158"/>
                      <a:ext cx="1686912" cy="981631"/>
                    </a:xfrm>
                    <a:prstGeom prst="round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vert="horz" wrap="square" lIns="0" tIns="0" rIns="0" bIns="0" numCol="1" rtlCol="0" anchor="ctr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2000" b="0" i="0" u="none" strike="noStrike" kern="0" cap="none" spc="0" normalizeH="0" baseline="0" noProof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페이퍼로지 7 Bold" pitchFamily="2" charset="-127"/>
                        <a:ea typeface="페이퍼로지 7 Bold" pitchFamily="2" charset="-127"/>
                      </a:endParaRPr>
                    </a:p>
                  </p:txBody>
                </p:sp>
              </p:grpSp>
            </p:grpSp>
            <p:grpSp>
              <p:nvGrpSpPr>
                <p:cNvPr id="30" name="그룹 29">
                  <a:extLst>
                    <a:ext uri="{FF2B5EF4-FFF2-40B4-BE49-F238E27FC236}">
                      <a16:creationId xmlns:a16="http://schemas.microsoft.com/office/drawing/2014/main" id="{4E7DF555-49C4-4FB6-4D54-E444E0F4A7F8}"/>
                    </a:ext>
                  </a:extLst>
                </p:cNvPr>
                <p:cNvGrpSpPr/>
                <p:nvPr/>
              </p:nvGrpSpPr>
              <p:grpSpPr>
                <a:xfrm>
                  <a:off x="4139054" y="2639781"/>
                  <a:ext cx="2328887" cy="1444888"/>
                  <a:chOff x="4432602" y="2305715"/>
                  <a:chExt cx="1664805" cy="1829807"/>
                </a:xfrm>
              </p:grpSpPr>
              <p:sp>
                <p:nvSpPr>
                  <p:cNvPr id="36" name="타원 35">
                    <a:extLst>
                      <a:ext uri="{FF2B5EF4-FFF2-40B4-BE49-F238E27FC236}">
                        <a16:creationId xmlns:a16="http://schemas.microsoft.com/office/drawing/2014/main" id="{CE811BB0-FCD1-1428-03E6-6A13DA9DA879}"/>
                      </a:ext>
                    </a:extLst>
                  </p:cNvPr>
                  <p:cNvSpPr/>
                  <p:nvPr/>
                </p:nvSpPr>
                <p:spPr>
                  <a:xfrm>
                    <a:off x="4439130" y="3891432"/>
                    <a:ext cx="1651749" cy="244090"/>
                  </a:xfrm>
                  <a:prstGeom prst="ellipse">
                    <a:avLst/>
                  </a:prstGeom>
                  <a:solidFill>
                    <a:srgbClr val="283034">
                      <a:alpha val="14000"/>
                    </a:srgbClr>
                  </a:soli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ko-KR" altLang="en-US" sz="32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페이퍼로지 5 Medium"/>
                      <a:ea typeface="나눔스퀘어 네오 Regular"/>
                      <a:cs typeface="+mn-cs"/>
                    </a:endParaRPr>
                  </a:p>
                </p:txBody>
              </p:sp>
              <p:grpSp>
                <p:nvGrpSpPr>
                  <p:cNvPr id="37" name="그룹 36">
                    <a:extLst>
                      <a:ext uri="{FF2B5EF4-FFF2-40B4-BE49-F238E27FC236}">
                        <a16:creationId xmlns:a16="http://schemas.microsoft.com/office/drawing/2014/main" id="{81597D9D-CAD4-0E42-0497-B4F57BF02B78}"/>
                      </a:ext>
                    </a:extLst>
                  </p:cNvPr>
                  <p:cNvGrpSpPr/>
                  <p:nvPr/>
                </p:nvGrpSpPr>
                <p:grpSpPr>
                  <a:xfrm>
                    <a:off x="4432602" y="2305715"/>
                    <a:ext cx="1664805" cy="1673694"/>
                    <a:chOff x="4394340" y="2314432"/>
                    <a:chExt cx="1757696" cy="1767081"/>
                  </a:xfrm>
                </p:grpSpPr>
                <p:sp>
                  <p:nvSpPr>
                    <p:cNvPr id="38" name="타원 26">
                      <a:extLst>
                        <a:ext uri="{FF2B5EF4-FFF2-40B4-BE49-F238E27FC236}">
                          <a16:creationId xmlns:a16="http://schemas.microsoft.com/office/drawing/2014/main" id="{3C8A8DCF-D6CA-78E1-E33A-8D70A969642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394340" y="2314432"/>
                      <a:ext cx="1757696" cy="1767081"/>
                    </a:xfrm>
                    <a:prstGeom prst="roundRect">
                      <a:avLst>
                        <a:gd name="adj" fmla="val 7058"/>
                      </a:avLst>
                    </a:prstGeom>
                    <a:gradFill>
                      <a:gsLst>
                        <a:gs pos="100000">
                          <a:srgbClr val="152453"/>
                        </a:gs>
                        <a:gs pos="0">
                          <a:srgbClr val="20367B"/>
                        </a:gs>
                      </a:gsLst>
                      <a:lin ang="2700000" scaled="0"/>
                    </a:gradFill>
                    <a:ln w="19050" cap="flat" cmpd="sng" algn="ctr">
                      <a:solidFill>
                        <a:sysClr val="window" lastClr="FFFFFF"/>
                      </a:solidFill>
                      <a:prstDash val="solid"/>
                    </a:ln>
                    <a:effectLst/>
                  </p:spPr>
                  <p:txBody>
                    <a:bodyPr lIns="0" tIns="0" rIns="0" bIns="0" rtlCol="0" anchor="ctr"/>
                    <a:lstStyle/>
                    <a:p>
                      <a:pPr marL="0" marR="0" lvl="0" indent="0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8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페이퍼로지 5 Medium"/>
                        <a:ea typeface="나눔스퀘어 네오 Regular"/>
                        <a:cs typeface="+mn-cs"/>
                      </a:endParaRPr>
                    </a:p>
                  </p:txBody>
                </p:sp>
                <p:sp>
                  <p:nvSpPr>
                    <p:cNvPr id="39" name="모서리가 둥근 직사각형 327">
                      <a:extLst>
                        <a:ext uri="{FF2B5EF4-FFF2-40B4-BE49-F238E27FC236}">
                          <a16:creationId xmlns:a16="http://schemas.microsoft.com/office/drawing/2014/main" id="{B7F13709-B56E-BE68-80AB-157DB1D9FF6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07797" y="2707158"/>
                      <a:ext cx="1676030" cy="981631"/>
                    </a:xfrm>
                    <a:prstGeom prst="round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vert="horz" wrap="square" lIns="0" tIns="0" rIns="0" bIns="0" numCol="1" rtlCol="0" anchor="ctr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2000" kern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white"/>
                          </a:solidFill>
                          <a:latin typeface="페이퍼로지 7 Bold" pitchFamily="2" charset="-127"/>
                          <a:ea typeface="페이퍼로지 7 Bold" pitchFamily="2" charset="-127"/>
                        </a:rPr>
                        <a:t>고객정보 관리 체계</a:t>
                      </a:r>
                      <a:endParaRPr kumimoji="1" lang="en-US" altLang="ko-KR" sz="2000" kern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white"/>
                        </a:solidFill>
                        <a:latin typeface="페이퍼로지 7 Bold" pitchFamily="2" charset="-127"/>
                        <a:ea typeface="페이퍼로지 7 Bold" pitchFamily="2" charset="-127"/>
                      </a:endParaRPr>
                    </a:p>
                    <a:p>
                      <a:pPr marL="0" marR="0" lvl="0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2000" kern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white"/>
                          </a:solidFill>
                          <a:latin typeface="페이퍼로지 7 Bold" pitchFamily="2" charset="-127"/>
                          <a:ea typeface="페이퍼로지 7 Bold" pitchFamily="2" charset="-127"/>
                        </a:rPr>
                        <a:t>고도화 </a:t>
                      </a:r>
                    </a:p>
                  </p:txBody>
                </p:sp>
              </p:grpSp>
            </p:grpSp>
            <p:grpSp>
              <p:nvGrpSpPr>
                <p:cNvPr id="31" name="그룹 30">
                  <a:extLst>
                    <a:ext uri="{FF2B5EF4-FFF2-40B4-BE49-F238E27FC236}">
                      <a16:creationId xmlns:a16="http://schemas.microsoft.com/office/drawing/2014/main" id="{9D475497-53C4-CE79-F156-9A80B8DC773E}"/>
                    </a:ext>
                  </a:extLst>
                </p:cNvPr>
                <p:cNvGrpSpPr/>
                <p:nvPr/>
              </p:nvGrpSpPr>
              <p:grpSpPr>
                <a:xfrm>
                  <a:off x="1705161" y="2639782"/>
                  <a:ext cx="2328887" cy="1444887"/>
                  <a:chOff x="2224263" y="2305716"/>
                  <a:chExt cx="1664805" cy="1829806"/>
                </a:xfrm>
              </p:grpSpPr>
              <p:sp>
                <p:nvSpPr>
                  <p:cNvPr id="32" name="타원 31">
                    <a:extLst>
                      <a:ext uri="{FF2B5EF4-FFF2-40B4-BE49-F238E27FC236}">
                        <a16:creationId xmlns:a16="http://schemas.microsoft.com/office/drawing/2014/main" id="{53781EEE-41E3-C4EF-C5D0-4B05F731846B}"/>
                      </a:ext>
                    </a:extLst>
                  </p:cNvPr>
                  <p:cNvSpPr/>
                  <p:nvPr/>
                </p:nvSpPr>
                <p:spPr>
                  <a:xfrm>
                    <a:off x="2230791" y="3891432"/>
                    <a:ext cx="1651749" cy="244090"/>
                  </a:xfrm>
                  <a:prstGeom prst="ellipse">
                    <a:avLst/>
                  </a:prstGeom>
                  <a:solidFill>
                    <a:srgbClr val="283034">
                      <a:alpha val="14000"/>
                    </a:srgbClr>
                  </a:soli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ko-KR" altLang="en-US" sz="32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페이퍼로지 5 Medium"/>
                      <a:ea typeface="나눔스퀘어 네오 Regular"/>
                      <a:cs typeface="+mn-cs"/>
                    </a:endParaRPr>
                  </a:p>
                </p:txBody>
              </p:sp>
              <p:grpSp>
                <p:nvGrpSpPr>
                  <p:cNvPr id="33" name="그룹 32">
                    <a:extLst>
                      <a:ext uri="{FF2B5EF4-FFF2-40B4-BE49-F238E27FC236}">
                        <a16:creationId xmlns:a16="http://schemas.microsoft.com/office/drawing/2014/main" id="{1EBCF8B2-7553-16C4-4DD7-C62C180BC5CF}"/>
                      </a:ext>
                    </a:extLst>
                  </p:cNvPr>
                  <p:cNvGrpSpPr/>
                  <p:nvPr/>
                </p:nvGrpSpPr>
                <p:grpSpPr>
                  <a:xfrm>
                    <a:off x="2224263" y="2305716"/>
                    <a:ext cx="1664805" cy="1673694"/>
                    <a:chOff x="1947768" y="2314433"/>
                    <a:chExt cx="1757696" cy="1767081"/>
                  </a:xfrm>
                </p:grpSpPr>
                <p:sp>
                  <p:nvSpPr>
                    <p:cNvPr id="34" name="타원 21">
                      <a:extLst>
                        <a:ext uri="{FF2B5EF4-FFF2-40B4-BE49-F238E27FC236}">
                          <a16:creationId xmlns:a16="http://schemas.microsoft.com/office/drawing/2014/main" id="{B0501089-DD88-562F-9DAF-50DEC35D7E1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947768" y="2314433"/>
                      <a:ext cx="1757696" cy="1767081"/>
                    </a:xfrm>
                    <a:prstGeom prst="roundRect">
                      <a:avLst>
                        <a:gd name="adj" fmla="val 8979"/>
                      </a:avLst>
                    </a:prstGeom>
                    <a:gradFill>
                      <a:gsLst>
                        <a:gs pos="100000">
                          <a:srgbClr val="152453"/>
                        </a:gs>
                        <a:gs pos="0">
                          <a:srgbClr val="20367B"/>
                        </a:gs>
                      </a:gsLst>
                      <a:lin ang="2700000" scaled="0"/>
                    </a:gradFill>
                    <a:ln w="19050" cap="flat" cmpd="sng" algn="ctr">
                      <a:solidFill>
                        <a:sysClr val="window" lastClr="FFFFFF"/>
                      </a:solidFill>
                      <a:prstDash val="solid"/>
                    </a:ln>
                    <a:effectLst/>
                  </p:spPr>
                  <p:txBody>
                    <a:bodyPr lIns="0" tIns="0" rIns="0" bIns="0" rtlCol="0" anchor="ctr"/>
                    <a:lstStyle/>
                    <a:p>
                      <a:pPr marL="0" marR="0" lvl="0" indent="0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8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페이퍼로지 5 Medium"/>
                        <a:ea typeface="나눔스퀘어 네오 Regular"/>
                        <a:cs typeface="+mn-cs"/>
                      </a:endParaRPr>
                    </a:p>
                  </p:txBody>
                </p:sp>
                <p:sp>
                  <p:nvSpPr>
                    <p:cNvPr id="35" name="모서리가 둥근 직사각형 330">
                      <a:extLst>
                        <a:ext uri="{FF2B5EF4-FFF2-40B4-BE49-F238E27FC236}">
                          <a16:creationId xmlns:a16="http://schemas.microsoft.com/office/drawing/2014/main" id="{E9D8F355-6C16-EA64-2C23-DA1A8AE8876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976092" y="2707158"/>
                      <a:ext cx="1679138" cy="981631"/>
                    </a:xfrm>
                    <a:prstGeom prst="round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vert="horz" wrap="square" lIns="0" tIns="0" rIns="0" bIns="0" numCol="1" rtlCol="0" anchor="ctr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algn="ctr" fontAlgn="base" latinLnBrk="0">
                        <a:spcBef>
                          <a:spcPts val="300"/>
                        </a:spcBef>
                        <a:defRPr/>
                      </a:pPr>
                      <a:r>
                        <a:rPr kumimoji="1" lang="ko-KR" altLang="en-US" sz="2000" kern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white"/>
                          </a:solidFill>
                          <a:latin typeface="페이퍼로지 7 Bold" pitchFamily="2" charset="-127"/>
                          <a:ea typeface="페이퍼로지 7 Bold" pitchFamily="2" charset="-127"/>
                        </a:rPr>
                        <a:t>직관적인 </a:t>
                      </a:r>
                      <a:r>
                        <a:rPr kumimoji="1" lang="en-US" altLang="ko-KR" sz="2000" kern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white"/>
                          </a:solidFill>
                          <a:latin typeface="페이퍼로지 7 Bold" pitchFamily="2" charset="-127"/>
                          <a:ea typeface="페이퍼로지 7 Bold" pitchFamily="2" charset="-127"/>
                        </a:rPr>
                        <a:t>UI</a:t>
                      </a:r>
                      <a:r>
                        <a:rPr kumimoji="1" lang="ko-KR" altLang="en-US" sz="2000" kern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white"/>
                          </a:solidFill>
                          <a:latin typeface="페이퍼로지 7 Bold" pitchFamily="2" charset="-127"/>
                          <a:ea typeface="페이퍼로지 7 Bold" pitchFamily="2" charset="-127"/>
                        </a:rPr>
                        <a:t> 설계</a:t>
                      </a:r>
                    </a:p>
                  </p:txBody>
                </p:sp>
              </p:grpSp>
            </p:grpSp>
          </p:grpSp>
          <p:grpSp>
            <p:nvGrpSpPr>
              <p:cNvPr id="8" name="그룹 7">
                <a:extLst>
                  <a:ext uri="{FF2B5EF4-FFF2-40B4-BE49-F238E27FC236}">
                    <a16:creationId xmlns:a16="http://schemas.microsoft.com/office/drawing/2014/main" id="{192EA399-8CEF-E5B6-4BF3-D719499A58B9}"/>
                  </a:ext>
                </a:extLst>
              </p:cNvPr>
              <p:cNvGrpSpPr/>
              <p:nvPr/>
            </p:nvGrpSpPr>
            <p:grpSpPr>
              <a:xfrm>
                <a:off x="1797050" y="2635250"/>
                <a:ext cx="2129631" cy="1113631"/>
                <a:chOff x="1797050" y="2635250"/>
                <a:chExt cx="2129631" cy="1113631"/>
              </a:xfrm>
            </p:grpSpPr>
            <p:grpSp>
              <p:nvGrpSpPr>
                <p:cNvPr id="23" name="그룹 22">
                  <a:extLst>
                    <a:ext uri="{FF2B5EF4-FFF2-40B4-BE49-F238E27FC236}">
                      <a16:creationId xmlns:a16="http://schemas.microsoft.com/office/drawing/2014/main" id="{A40A425C-0AB3-F58F-94EB-ED4C44EFE0E6}"/>
                    </a:ext>
                  </a:extLst>
                </p:cNvPr>
                <p:cNvGrpSpPr/>
                <p:nvPr/>
              </p:nvGrpSpPr>
              <p:grpSpPr>
                <a:xfrm>
                  <a:off x="1797050" y="2635250"/>
                  <a:ext cx="62706" cy="1113631"/>
                  <a:chOff x="1797050" y="2635250"/>
                  <a:chExt cx="62706" cy="1113631"/>
                </a:xfrm>
              </p:grpSpPr>
              <p:cxnSp>
                <p:nvCxnSpPr>
                  <p:cNvPr id="27" name="직선 연결선 26">
                    <a:extLst>
                      <a:ext uri="{FF2B5EF4-FFF2-40B4-BE49-F238E27FC236}">
                        <a16:creationId xmlns:a16="http://schemas.microsoft.com/office/drawing/2014/main" id="{42C1A1A3-4EBE-12E2-E308-521D6EECC1B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1797050" y="2635250"/>
                    <a:ext cx="62706" cy="62706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ysClr val="window" lastClr="FFFFFF">
                        <a:alpha val="37000"/>
                      </a:sysClr>
                    </a:solidFill>
                    <a:prstDash val="solid"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28" name="직선 연결선 27">
                    <a:extLst>
                      <a:ext uri="{FF2B5EF4-FFF2-40B4-BE49-F238E27FC236}">
                        <a16:creationId xmlns:a16="http://schemas.microsoft.com/office/drawing/2014/main" id="{82A0208C-7BFF-473A-A802-A002827BAC7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1797050" y="3686175"/>
                    <a:ext cx="62706" cy="62706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ysClr val="window" lastClr="FFFFFF">
                        <a:alpha val="37000"/>
                      </a:sysClr>
                    </a:solidFill>
                    <a:prstDash val="solid"/>
                    <a:headEnd type="none" w="med" len="med"/>
                    <a:tailEnd type="none" w="med" len="med"/>
                  </a:ln>
                  <a:effectLst/>
                </p:spPr>
              </p:cxnSp>
            </p:grpSp>
            <p:grpSp>
              <p:nvGrpSpPr>
                <p:cNvPr id="24" name="그룹 23">
                  <a:extLst>
                    <a:ext uri="{FF2B5EF4-FFF2-40B4-BE49-F238E27FC236}">
                      <a16:creationId xmlns:a16="http://schemas.microsoft.com/office/drawing/2014/main" id="{C2E01102-D31E-1CCE-D5D4-91A3EA9BC88C}"/>
                    </a:ext>
                  </a:extLst>
                </p:cNvPr>
                <p:cNvGrpSpPr/>
                <p:nvPr/>
              </p:nvGrpSpPr>
              <p:grpSpPr>
                <a:xfrm flipH="1">
                  <a:off x="3863975" y="2635250"/>
                  <a:ext cx="62706" cy="1113631"/>
                  <a:chOff x="1797050" y="2635250"/>
                  <a:chExt cx="62706" cy="1113631"/>
                </a:xfrm>
              </p:grpSpPr>
              <p:cxnSp>
                <p:nvCxnSpPr>
                  <p:cNvPr id="25" name="직선 연결선 24">
                    <a:extLst>
                      <a:ext uri="{FF2B5EF4-FFF2-40B4-BE49-F238E27FC236}">
                        <a16:creationId xmlns:a16="http://schemas.microsoft.com/office/drawing/2014/main" id="{DAD1F89B-B565-2350-EF68-AE7B6A16407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1797050" y="2635250"/>
                    <a:ext cx="62706" cy="62706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ysClr val="window" lastClr="FFFFFF">
                        <a:alpha val="37000"/>
                      </a:sysClr>
                    </a:solidFill>
                    <a:prstDash val="solid"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26" name="직선 연결선 25">
                    <a:extLst>
                      <a:ext uri="{FF2B5EF4-FFF2-40B4-BE49-F238E27FC236}">
                        <a16:creationId xmlns:a16="http://schemas.microsoft.com/office/drawing/2014/main" id="{6955F1C8-1F3D-BE4A-D0E3-B7F716BCA2D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1797050" y="3686175"/>
                    <a:ext cx="62706" cy="62706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ysClr val="window" lastClr="FFFFFF">
                        <a:alpha val="37000"/>
                      </a:sysClr>
                    </a:solidFill>
                    <a:prstDash val="solid"/>
                    <a:headEnd type="none" w="med" len="med"/>
                    <a:tailEnd type="none" w="med" len="med"/>
                  </a:ln>
                  <a:effectLst/>
                </p:spPr>
              </p:cxnSp>
            </p:grpSp>
          </p:grpSp>
          <p:grpSp>
            <p:nvGrpSpPr>
              <p:cNvPr id="9" name="그룹 8">
                <a:extLst>
                  <a:ext uri="{FF2B5EF4-FFF2-40B4-BE49-F238E27FC236}">
                    <a16:creationId xmlns:a16="http://schemas.microsoft.com/office/drawing/2014/main" id="{D0488FAF-1760-BAB4-E1D5-4EAF688AECF6}"/>
                  </a:ext>
                </a:extLst>
              </p:cNvPr>
              <p:cNvGrpSpPr/>
              <p:nvPr/>
            </p:nvGrpSpPr>
            <p:grpSpPr>
              <a:xfrm>
                <a:off x="4243388" y="2635250"/>
                <a:ext cx="2129631" cy="1113631"/>
                <a:chOff x="1797050" y="2635250"/>
                <a:chExt cx="2129631" cy="1113631"/>
              </a:xfrm>
            </p:grpSpPr>
            <p:grpSp>
              <p:nvGrpSpPr>
                <p:cNvPr id="17" name="그룹 16">
                  <a:extLst>
                    <a:ext uri="{FF2B5EF4-FFF2-40B4-BE49-F238E27FC236}">
                      <a16:creationId xmlns:a16="http://schemas.microsoft.com/office/drawing/2014/main" id="{8921B5A7-7FE5-EC6C-D656-26AF72646B47}"/>
                    </a:ext>
                  </a:extLst>
                </p:cNvPr>
                <p:cNvGrpSpPr/>
                <p:nvPr/>
              </p:nvGrpSpPr>
              <p:grpSpPr>
                <a:xfrm>
                  <a:off x="1797050" y="2635250"/>
                  <a:ext cx="62706" cy="1113631"/>
                  <a:chOff x="1797050" y="2635250"/>
                  <a:chExt cx="62706" cy="1113631"/>
                </a:xfrm>
              </p:grpSpPr>
              <p:cxnSp>
                <p:nvCxnSpPr>
                  <p:cNvPr id="21" name="직선 연결선 20">
                    <a:extLst>
                      <a:ext uri="{FF2B5EF4-FFF2-40B4-BE49-F238E27FC236}">
                        <a16:creationId xmlns:a16="http://schemas.microsoft.com/office/drawing/2014/main" id="{685C79CD-4FB7-863A-AEE4-039D400A9FE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1797050" y="2635250"/>
                    <a:ext cx="62706" cy="62706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ysClr val="window" lastClr="FFFFFF">
                        <a:alpha val="37000"/>
                      </a:sysClr>
                    </a:solidFill>
                    <a:prstDash val="solid"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22" name="직선 연결선 21">
                    <a:extLst>
                      <a:ext uri="{FF2B5EF4-FFF2-40B4-BE49-F238E27FC236}">
                        <a16:creationId xmlns:a16="http://schemas.microsoft.com/office/drawing/2014/main" id="{F4D115CE-D98D-F4CA-C8BF-BDE632AC880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1797050" y="3686175"/>
                    <a:ext cx="62706" cy="62706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ysClr val="window" lastClr="FFFFFF">
                        <a:alpha val="37000"/>
                      </a:sysClr>
                    </a:solidFill>
                    <a:prstDash val="solid"/>
                    <a:headEnd type="none" w="med" len="med"/>
                    <a:tailEnd type="none" w="med" len="med"/>
                  </a:ln>
                  <a:effectLst/>
                </p:spPr>
              </p:cxnSp>
            </p:grpSp>
            <p:grpSp>
              <p:nvGrpSpPr>
                <p:cNvPr id="18" name="그룹 17">
                  <a:extLst>
                    <a:ext uri="{FF2B5EF4-FFF2-40B4-BE49-F238E27FC236}">
                      <a16:creationId xmlns:a16="http://schemas.microsoft.com/office/drawing/2014/main" id="{D914ED7A-5033-6A77-AAF9-7BDF8D44F8A3}"/>
                    </a:ext>
                  </a:extLst>
                </p:cNvPr>
                <p:cNvGrpSpPr/>
                <p:nvPr/>
              </p:nvGrpSpPr>
              <p:grpSpPr>
                <a:xfrm flipH="1">
                  <a:off x="3863975" y="2635250"/>
                  <a:ext cx="62706" cy="1113631"/>
                  <a:chOff x="1797050" y="2635250"/>
                  <a:chExt cx="62706" cy="1113631"/>
                </a:xfrm>
              </p:grpSpPr>
              <p:cxnSp>
                <p:nvCxnSpPr>
                  <p:cNvPr id="19" name="직선 연결선 18">
                    <a:extLst>
                      <a:ext uri="{FF2B5EF4-FFF2-40B4-BE49-F238E27FC236}">
                        <a16:creationId xmlns:a16="http://schemas.microsoft.com/office/drawing/2014/main" id="{B1FE3541-85D3-C02D-2859-6C7D7A014E5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1797050" y="2635250"/>
                    <a:ext cx="62706" cy="62706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ysClr val="window" lastClr="FFFFFF">
                        <a:alpha val="37000"/>
                      </a:sysClr>
                    </a:solidFill>
                    <a:prstDash val="solid"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20" name="직선 연결선 19">
                    <a:extLst>
                      <a:ext uri="{FF2B5EF4-FFF2-40B4-BE49-F238E27FC236}">
                        <a16:creationId xmlns:a16="http://schemas.microsoft.com/office/drawing/2014/main" id="{E5F4749E-487B-3BB3-F623-E6EA02BFC7A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1797050" y="3686175"/>
                    <a:ext cx="62706" cy="62706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ysClr val="window" lastClr="FFFFFF">
                        <a:alpha val="37000"/>
                      </a:sysClr>
                    </a:solidFill>
                    <a:prstDash val="solid"/>
                    <a:headEnd type="none" w="med" len="med"/>
                    <a:tailEnd type="none" w="med" len="med"/>
                  </a:ln>
                  <a:effectLst/>
                </p:spPr>
              </p:cxnSp>
            </p:grpSp>
          </p:grpSp>
          <p:grpSp>
            <p:nvGrpSpPr>
              <p:cNvPr id="10" name="그룹 9">
                <a:extLst>
                  <a:ext uri="{FF2B5EF4-FFF2-40B4-BE49-F238E27FC236}">
                    <a16:creationId xmlns:a16="http://schemas.microsoft.com/office/drawing/2014/main" id="{CF32FFFB-C466-A60A-6C0E-CE20C735EA24}"/>
                  </a:ext>
                </a:extLst>
              </p:cNvPr>
              <p:cNvGrpSpPr/>
              <p:nvPr/>
            </p:nvGrpSpPr>
            <p:grpSpPr>
              <a:xfrm>
                <a:off x="6677026" y="2635250"/>
                <a:ext cx="2129631" cy="1113631"/>
                <a:chOff x="1797050" y="2635250"/>
                <a:chExt cx="2129631" cy="1113631"/>
              </a:xfrm>
            </p:grpSpPr>
            <p:grpSp>
              <p:nvGrpSpPr>
                <p:cNvPr id="11" name="그룹 10">
                  <a:extLst>
                    <a:ext uri="{FF2B5EF4-FFF2-40B4-BE49-F238E27FC236}">
                      <a16:creationId xmlns:a16="http://schemas.microsoft.com/office/drawing/2014/main" id="{178F8B52-C201-74C3-7991-AB1CD3C27A15}"/>
                    </a:ext>
                  </a:extLst>
                </p:cNvPr>
                <p:cNvGrpSpPr/>
                <p:nvPr/>
              </p:nvGrpSpPr>
              <p:grpSpPr>
                <a:xfrm>
                  <a:off x="1797050" y="2635250"/>
                  <a:ext cx="62706" cy="1113631"/>
                  <a:chOff x="1797050" y="2635250"/>
                  <a:chExt cx="62706" cy="1113631"/>
                </a:xfrm>
              </p:grpSpPr>
              <p:cxnSp>
                <p:nvCxnSpPr>
                  <p:cNvPr id="15" name="직선 연결선 14">
                    <a:extLst>
                      <a:ext uri="{FF2B5EF4-FFF2-40B4-BE49-F238E27FC236}">
                        <a16:creationId xmlns:a16="http://schemas.microsoft.com/office/drawing/2014/main" id="{D525A1EF-5D66-9DB0-CCD8-66126C3D94D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1797050" y="2635250"/>
                    <a:ext cx="62706" cy="62706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ysClr val="window" lastClr="FFFFFF">
                        <a:alpha val="37000"/>
                      </a:sysClr>
                    </a:solidFill>
                    <a:prstDash val="solid"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16" name="직선 연결선 15">
                    <a:extLst>
                      <a:ext uri="{FF2B5EF4-FFF2-40B4-BE49-F238E27FC236}">
                        <a16:creationId xmlns:a16="http://schemas.microsoft.com/office/drawing/2014/main" id="{EE6A94B3-9E2A-3B24-C780-29294A5B568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1797050" y="3686175"/>
                    <a:ext cx="62706" cy="62706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ysClr val="window" lastClr="FFFFFF">
                        <a:alpha val="37000"/>
                      </a:sysClr>
                    </a:solidFill>
                    <a:prstDash val="solid"/>
                    <a:headEnd type="none" w="med" len="med"/>
                    <a:tailEnd type="none" w="med" len="med"/>
                  </a:ln>
                  <a:effectLst/>
                </p:spPr>
              </p:cxnSp>
            </p:grpSp>
            <p:grpSp>
              <p:nvGrpSpPr>
                <p:cNvPr id="12" name="그룹 11">
                  <a:extLst>
                    <a:ext uri="{FF2B5EF4-FFF2-40B4-BE49-F238E27FC236}">
                      <a16:creationId xmlns:a16="http://schemas.microsoft.com/office/drawing/2014/main" id="{70F46EC5-FB62-463F-D7DA-C1F5B256C1E4}"/>
                    </a:ext>
                  </a:extLst>
                </p:cNvPr>
                <p:cNvGrpSpPr/>
                <p:nvPr/>
              </p:nvGrpSpPr>
              <p:grpSpPr>
                <a:xfrm flipH="1">
                  <a:off x="3863975" y="2635250"/>
                  <a:ext cx="62706" cy="1113631"/>
                  <a:chOff x="1797050" y="2635250"/>
                  <a:chExt cx="62706" cy="1113631"/>
                </a:xfrm>
              </p:grpSpPr>
              <p:cxnSp>
                <p:nvCxnSpPr>
                  <p:cNvPr id="13" name="직선 연결선 12">
                    <a:extLst>
                      <a:ext uri="{FF2B5EF4-FFF2-40B4-BE49-F238E27FC236}">
                        <a16:creationId xmlns:a16="http://schemas.microsoft.com/office/drawing/2014/main" id="{901B937A-091B-1834-5A32-6B84C1F3AF3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1797050" y="2635250"/>
                    <a:ext cx="62706" cy="62706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ysClr val="window" lastClr="FFFFFF">
                        <a:alpha val="37000"/>
                      </a:sysClr>
                    </a:solidFill>
                    <a:prstDash val="solid"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14" name="직선 연결선 13">
                    <a:extLst>
                      <a:ext uri="{FF2B5EF4-FFF2-40B4-BE49-F238E27FC236}">
                        <a16:creationId xmlns:a16="http://schemas.microsoft.com/office/drawing/2014/main" id="{CCDE7894-6CEF-C27F-B09B-E069332CF77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1797050" y="3686175"/>
                    <a:ext cx="62706" cy="62706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ysClr val="window" lastClr="FFFFFF">
                        <a:alpha val="37000"/>
                      </a:sysClr>
                    </a:solidFill>
                    <a:prstDash val="solid"/>
                    <a:headEnd type="none" w="med" len="med"/>
                    <a:tailEnd type="none" w="med" len="med"/>
                  </a:ln>
                  <a:effectLst/>
                </p:spPr>
              </p:cxnSp>
            </p:grpSp>
          </p:grpSp>
        </p:grp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AA029905-2727-773B-AB10-1346497A237A}"/>
              </a:ext>
            </a:extLst>
          </p:cNvPr>
          <p:cNvGrpSpPr/>
          <p:nvPr/>
        </p:nvGrpSpPr>
        <p:grpSpPr>
          <a:xfrm>
            <a:off x="343031" y="3748918"/>
            <a:ext cx="9218806" cy="2624126"/>
            <a:chOff x="343031" y="4058272"/>
            <a:chExt cx="9218806" cy="2624126"/>
          </a:xfrm>
        </p:grpSpPr>
        <p:grpSp>
          <p:nvGrpSpPr>
            <p:cNvPr id="49" name="그룹 48">
              <a:extLst>
                <a:ext uri="{FF2B5EF4-FFF2-40B4-BE49-F238E27FC236}">
                  <a16:creationId xmlns:a16="http://schemas.microsoft.com/office/drawing/2014/main" id="{C4BC6632-B72A-ECB3-B7E3-4C47E25EE654}"/>
                </a:ext>
              </a:extLst>
            </p:cNvPr>
            <p:cNvGrpSpPr/>
            <p:nvPr/>
          </p:nvGrpSpPr>
          <p:grpSpPr>
            <a:xfrm>
              <a:off x="343031" y="4446671"/>
              <a:ext cx="394287" cy="1194891"/>
              <a:chOff x="343031" y="4446671"/>
              <a:chExt cx="394287" cy="1194891"/>
            </a:xfrm>
          </p:grpSpPr>
          <p:sp>
            <p:nvSpPr>
              <p:cNvPr id="150" name="모서리가 둥근 직사각형 50">
                <a:extLst>
                  <a:ext uri="{FF2B5EF4-FFF2-40B4-BE49-F238E27FC236}">
                    <a16:creationId xmlns:a16="http://schemas.microsoft.com/office/drawing/2014/main" id="{358B1B14-CE29-5E12-0C8E-455535ACBDCC}"/>
                  </a:ext>
                </a:extLst>
              </p:cNvPr>
              <p:cNvSpPr/>
              <p:nvPr/>
            </p:nvSpPr>
            <p:spPr>
              <a:xfrm>
                <a:off x="343031" y="4488874"/>
                <a:ext cx="394287" cy="1152688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  <a:effectLst>
                <a:prstShdw prst="shdw17" dist="17961" dir="2700000">
                  <a:srgbClr val="000000"/>
                </a:prstShdw>
              </a:effectLst>
            </p:spPr>
            <p:txBody>
              <a:bodyPr wrap="square" lIns="0" tIns="0" rIns="0" bIns="0" anchor="ctr">
                <a:spAutoFit/>
              </a:bodyPr>
              <a:lstStyle/>
              <a:p>
                <a:pPr marL="0" marR="0" lvl="0" indent="0" defTabSz="914400" eaLnBrk="1" fontAlgn="base" latinLnBrk="0" hangingPunct="1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600" b="0" i="0" u="none" strike="noStrike" kern="0" cap="none" spc="0" normalizeH="0" baseline="0" noProof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페이퍼로지 5 Medium" pitchFamily="2" charset="-127"/>
                    <a:ea typeface="페이퍼로지 5 Medium" pitchFamily="2" charset="-127"/>
                  </a:rPr>
                  <a:t>구축</a:t>
                </a:r>
                <a:endParaRPr kumimoji="0" lang="en-US" altLang="ko-KR" sz="1600" b="0" i="0" u="none" strike="noStrike" kern="0" cap="none" spc="0" normalizeH="0" baseline="0" noProof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페이퍼로지 5 Medium" pitchFamily="2" charset="-127"/>
                  <a:ea typeface="페이퍼로지 5 Medium" pitchFamily="2" charset="-127"/>
                </a:endParaRPr>
              </a:p>
              <a:p>
                <a:pPr marL="0" marR="0" lvl="0" indent="0" defTabSz="914400" eaLnBrk="1" fontAlgn="base" latinLnBrk="0" hangingPunct="1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ko-KR" altLang="en-US" sz="1600" kern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페이퍼로지 5 Medium" pitchFamily="2" charset="-127"/>
                    <a:ea typeface="페이퍼로지 5 Medium" pitchFamily="2" charset="-127"/>
                  </a:rPr>
                  <a:t>목표</a:t>
                </a:r>
                <a:endParaRPr kumimoji="0" lang="ko-KR" altLang="en-US" sz="1600" b="0" i="0" u="none" strike="noStrike" kern="0" cap="none" spc="0" normalizeH="0" baseline="0" noProof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페이퍼로지 5 Medium" pitchFamily="2" charset="-127"/>
                  <a:ea typeface="페이퍼로지 5 Medium" pitchFamily="2" charset="-127"/>
                </a:endParaRPr>
              </a:p>
            </p:txBody>
          </p:sp>
          <p:grpSp>
            <p:nvGrpSpPr>
              <p:cNvPr id="151" name="그룹 150">
                <a:extLst>
                  <a:ext uri="{FF2B5EF4-FFF2-40B4-BE49-F238E27FC236}">
                    <a16:creationId xmlns:a16="http://schemas.microsoft.com/office/drawing/2014/main" id="{77980BC9-47A3-1CB5-BDF6-23636501C62A}"/>
                  </a:ext>
                </a:extLst>
              </p:cNvPr>
              <p:cNvGrpSpPr/>
              <p:nvPr/>
            </p:nvGrpSpPr>
            <p:grpSpPr>
              <a:xfrm>
                <a:off x="351956" y="4446671"/>
                <a:ext cx="369558" cy="0"/>
                <a:chOff x="371475" y="6664325"/>
                <a:chExt cx="252414" cy="0"/>
              </a:xfrm>
            </p:grpSpPr>
            <p:cxnSp>
              <p:nvCxnSpPr>
                <p:cNvPr id="152" name="직선 연결선 151">
                  <a:extLst>
                    <a:ext uri="{FF2B5EF4-FFF2-40B4-BE49-F238E27FC236}">
                      <a16:creationId xmlns:a16="http://schemas.microsoft.com/office/drawing/2014/main" id="{1FB64F08-DFCF-756B-06AB-47EB383210FB}"/>
                    </a:ext>
                  </a:extLst>
                </p:cNvPr>
                <p:cNvCxnSpPr/>
                <p:nvPr/>
              </p:nvCxnSpPr>
              <p:spPr>
                <a:xfrm>
                  <a:off x="437043" y="6664325"/>
                  <a:ext cx="186846" cy="0"/>
                </a:xfrm>
                <a:prstGeom prst="line">
                  <a:avLst/>
                </a:prstGeom>
                <a:noFill/>
                <a:ln w="15875" cap="flat" cmpd="sng" algn="ctr">
                  <a:solidFill>
                    <a:sysClr val="window" lastClr="FFFFFF">
                      <a:lumMod val="85000"/>
                    </a:sysClr>
                  </a:solidFill>
                  <a:prstDash val="solid"/>
                </a:ln>
                <a:effectLst/>
              </p:spPr>
            </p:cxnSp>
            <p:cxnSp>
              <p:nvCxnSpPr>
                <p:cNvPr id="153" name="직선 연결선 152">
                  <a:extLst>
                    <a:ext uri="{FF2B5EF4-FFF2-40B4-BE49-F238E27FC236}">
                      <a16:creationId xmlns:a16="http://schemas.microsoft.com/office/drawing/2014/main" id="{B8FD157E-7D52-A060-0BAD-BF24D32E0AA1}"/>
                    </a:ext>
                  </a:extLst>
                </p:cNvPr>
                <p:cNvCxnSpPr/>
                <p:nvPr/>
              </p:nvCxnSpPr>
              <p:spPr>
                <a:xfrm>
                  <a:off x="371475" y="6664325"/>
                  <a:ext cx="72000" cy="0"/>
                </a:xfrm>
                <a:prstGeom prst="line">
                  <a:avLst/>
                </a:prstGeom>
                <a:noFill/>
                <a:ln w="15875" cap="flat" cmpd="sng" algn="ctr">
                  <a:solidFill>
                    <a:sysClr val="window" lastClr="FFFFFF">
                      <a:lumMod val="50000"/>
                    </a:sysClr>
                  </a:solidFill>
                  <a:prstDash val="solid"/>
                </a:ln>
                <a:effectLst/>
              </p:spPr>
            </p:cxnSp>
          </p:grpSp>
        </p:grpSp>
        <p:grpSp>
          <p:nvGrpSpPr>
            <p:cNvPr id="50" name="그룹 49">
              <a:extLst>
                <a:ext uri="{FF2B5EF4-FFF2-40B4-BE49-F238E27FC236}">
                  <a16:creationId xmlns:a16="http://schemas.microsoft.com/office/drawing/2014/main" id="{87017F34-B018-AF2E-CA92-E00CB06EF2F9}"/>
                </a:ext>
              </a:extLst>
            </p:cNvPr>
            <p:cNvGrpSpPr/>
            <p:nvPr/>
          </p:nvGrpSpPr>
          <p:grpSpPr>
            <a:xfrm rot="16200000" flipV="1">
              <a:off x="5184379" y="4053444"/>
              <a:ext cx="211192" cy="220847"/>
              <a:chOff x="6612636" y="7361313"/>
              <a:chExt cx="261346" cy="231754"/>
            </a:xfrm>
            <a:solidFill>
              <a:sysClr val="windowText" lastClr="000000">
                <a:lumMod val="85000"/>
                <a:lumOff val="15000"/>
              </a:sysClr>
            </a:solidFill>
          </p:grpSpPr>
          <p:sp>
            <p:nvSpPr>
              <p:cNvPr id="148" name="이등변 삼각형 263">
                <a:extLst>
                  <a:ext uri="{FF2B5EF4-FFF2-40B4-BE49-F238E27FC236}">
                    <a16:creationId xmlns:a16="http://schemas.microsoft.com/office/drawing/2014/main" id="{CF3EBDE3-36EC-AC00-C642-10449301046F}"/>
                  </a:ext>
                </a:extLst>
              </p:cNvPr>
              <p:cNvSpPr/>
              <p:nvPr/>
            </p:nvSpPr>
            <p:spPr bwMode="auto">
              <a:xfrm rot="16200000" flipH="1" flipV="1">
                <a:off x="6567306" y="7406643"/>
                <a:ext cx="231753" cy="141094"/>
              </a:xfrm>
              <a:custGeom>
                <a:avLst/>
                <a:gdLst/>
                <a:ahLst/>
                <a:cxnLst/>
                <a:rect l="l" t="t" r="r" b="b"/>
                <a:pathLst>
                  <a:path w="498908" h="276132">
                    <a:moveTo>
                      <a:pt x="498908" y="276132"/>
                    </a:moveTo>
                    <a:lnTo>
                      <a:pt x="249454" y="0"/>
                    </a:lnTo>
                    <a:lnTo>
                      <a:pt x="0" y="276132"/>
                    </a:lnTo>
                    <a:lnTo>
                      <a:pt x="102021" y="276132"/>
                    </a:lnTo>
                    <a:lnTo>
                      <a:pt x="249454" y="112931"/>
                    </a:lnTo>
                    <a:lnTo>
                      <a:pt x="396888" y="27613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49" name="이등변 삼각형 263">
                <a:extLst>
                  <a:ext uri="{FF2B5EF4-FFF2-40B4-BE49-F238E27FC236}">
                    <a16:creationId xmlns:a16="http://schemas.microsoft.com/office/drawing/2014/main" id="{FD512B29-D7B8-5195-9A8B-476A258A4625}"/>
                  </a:ext>
                </a:extLst>
              </p:cNvPr>
              <p:cNvSpPr/>
              <p:nvPr/>
            </p:nvSpPr>
            <p:spPr bwMode="auto">
              <a:xfrm rot="16200000" flipH="1" flipV="1">
                <a:off x="6687558" y="7406644"/>
                <a:ext cx="231753" cy="141094"/>
              </a:xfrm>
              <a:custGeom>
                <a:avLst/>
                <a:gdLst/>
                <a:ahLst/>
                <a:cxnLst/>
                <a:rect l="l" t="t" r="r" b="b"/>
                <a:pathLst>
                  <a:path w="498908" h="276132">
                    <a:moveTo>
                      <a:pt x="498908" y="276132"/>
                    </a:moveTo>
                    <a:lnTo>
                      <a:pt x="249454" y="0"/>
                    </a:lnTo>
                    <a:lnTo>
                      <a:pt x="0" y="276132"/>
                    </a:lnTo>
                    <a:lnTo>
                      <a:pt x="102021" y="276132"/>
                    </a:lnTo>
                    <a:lnTo>
                      <a:pt x="249454" y="112931"/>
                    </a:lnTo>
                    <a:lnTo>
                      <a:pt x="396888" y="27613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</a:endParaRPr>
              </a:p>
            </p:txBody>
          </p:sp>
        </p:grpSp>
        <p:grpSp>
          <p:nvGrpSpPr>
            <p:cNvPr id="51" name="그룹 50">
              <a:extLst>
                <a:ext uri="{FF2B5EF4-FFF2-40B4-BE49-F238E27FC236}">
                  <a16:creationId xmlns:a16="http://schemas.microsoft.com/office/drawing/2014/main" id="{F570E981-0B3A-2A79-49EE-990AB0075702}"/>
                </a:ext>
              </a:extLst>
            </p:cNvPr>
            <p:cNvGrpSpPr/>
            <p:nvPr/>
          </p:nvGrpSpPr>
          <p:grpSpPr>
            <a:xfrm>
              <a:off x="1013344" y="4414631"/>
              <a:ext cx="2764913" cy="2267765"/>
              <a:chOff x="1013344" y="4414631"/>
              <a:chExt cx="8553263" cy="2267765"/>
            </a:xfrm>
          </p:grpSpPr>
          <p:sp>
            <p:nvSpPr>
              <p:cNvPr id="144" name="직사각형 143">
                <a:extLst>
                  <a:ext uri="{FF2B5EF4-FFF2-40B4-BE49-F238E27FC236}">
                    <a16:creationId xmlns:a16="http://schemas.microsoft.com/office/drawing/2014/main" id="{001C1285-0191-67C5-A4E0-7205FC8E33CE}"/>
                  </a:ext>
                </a:extLst>
              </p:cNvPr>
              <p:cNvSpPr/>
              <p:nvPr/>
            </p:nvSpPr>
            <p:spPr>
              <a:xfrm>
                <a:off x="1013344" y="5136533"/>
                <a:ext cx="8551636" cy="1545863"/>
              </a:xfrm>
              <a:prstGeom prst="rect">
                <a:avLst/>
              </a:prstGeom>
              <a:solidFill>
                <a:srgbClr val="E0E5E8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/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600" b="0" i="0" u="none" strike="noStrike" kern="0" cap="none" spc="-20" normalizeH="0" baseline="0" noProof="0">
                  <a:ln>
                    <a:solidFill>
                      <a:srgbClr val="4669B0">
                        <a:shade val="50000"/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나눔스퀘어 네오 ExtraBold" panose="00000900000000000000" pitchFamily="2" charset="-127"/>
                  <a:ea typeface="나눔스퀘어 네오 ExtraBold" panose="00000900000000000000" pitchFamily="2" charset="-127"/>
                  <a:cs typeface="+mn-cs"/>
                </a:endParaRPr>
              </a:p>
            </p:txBody>
          </p:sp>
          <p:grpSp>
            <p:nvGrpSpPr>
              <p:cNvPr id="145" name="그룹 144">
                <a:extLst>
                  <a:ext uri="{FF2B5EF4-FFF2-40B4-BE49-F238E27FC236}">
                    <a16:creationId xmlns:a16="http://schemas.microsoft.com/office/drawing/2014/main" id="{2F670BD4-74A9-23BD-0D12-62BB353C6427}"/>
                  </a:ext>
                </a:extLst>
              </p:cNvPr>
              <p:cNvGrpSpPr/>
              <p:nvPr/>
            </p:nvGrpSpPr>
            <p:grpSpPr>
              <a:xfrm>
                <a:off x="1013344" y="4414631"/>
                <a:ext cx="8553263" cy="715304"/>
                <a:chOff x="419109" y="3121763"/>
                <a:chExt cx="8917519" cy="285750"/>
              </a:xfrm>
            </p:grpSpPr>
            <p:cxnSp>
              <p:nvCxnSpPr>
                <p:cNvPr id="146" name="직선 연결선 145">
                  <a:extLst>
                    <a:ext uri="{FF2B5EF4-FFF2-40B4-BE49-F238E27FC236}">
                      <a16:creationId xmlns:a16="http://schemas.microsoft.com/office/drawing/2014/main" id="{44065B85-9F1A-3224-F7B9-D86827576E2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19109" y="3407513"/>
                  <a:ext cx="8917519" cy="0"/>
                </a:xfrm>
                <a:prstGeom prst="line">
                  <a:avLst/>
                </a:prstGeom>
                <a:noFill/>
                <a:ln w="15875" cap="flat" cmpd="sng" algn="ctr">
                  <a:solidFill>
                    <a:srgbClr val="C2CBD0"/>
                  </a:solidFill>
                  <a:prstDash val="solid"/>
                </a:ln>
                <a:effectLst/>
              </p:spPr>
            </p:cxnSp>
            <p:cxnSp>
              <p:nvCxnSpPr>
                <p:cNvPr id="147" name="직선 연결선 146">
                  <a:extLst>
                    <a:ext uri="{FF2B5EF4-FFF2-40B4-BE49-F238E27FC236}">
                      <a16:creationId xmlns:a16="http://schemas.microsoft.com/office/drawing/2014/main" id="{C6DC536C-9741-5240-B8B0-D9BAAAC4901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19109" y="3121763"/>
                  <a:ext cx="8917519" cy="0"/>
                </a:xfrm>
                <a:prstGeom prst="line">
                  <a:avLst/>
                </a:prstGeom>
                <a:noFill/>
                <a:ln w="15875" cap="flat" cmpd="sng" algn="ctr">
                  <a:solidFill>
                    <a:srgbClr val="283034"/>
                  </a:solidFill>
                  <a:prstDash val="solid"/>
                </a:ln>
                <a:effectLst/>
              </p:spPr>
            </p:cxnSp>
          </p:grpSp>
        </p:grpSp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8A834C29-FD11-1D52-F8D5-355E1BFB3E84}"/>
                </a:ext>
              </a:extLst>
            </p:cNvPr>
            <p:cNvSpPr/>
            <p:nvPr/>
          </p:nvSpPr>
          <p:spPr>
            <a:xfrm>
              <a:off x="3843532" y="4468968"/>
              <a:ext cx="2879313" cy="606448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/>
            <a:p>
              <a:pPr marL="0" lvl="1" algn="ctr" defTabSz="1125770" latinLnBrk="0">
                <a:lnSpc>
                  <a:spcPct val="110000"/>
                </a:lnSpc>
                <a:spcBef>
                  <a:spcPts val="600"/>
                </a:spcBef>
                <a:defRPr/>
              </a:pPr>
              <a:r>
                <a:rPr lang="ko-KR" altLang="en-US" sz="1600" kern="0" spc="-40">
                  <a:ln w="1270" cmpd="sng">
                    <a:solidFill>
                      <a:prstClr val="black">
                        <a:lumMod val="65000"/>
                        <a:lumOff val="35000"/>
                        <a:alpha val="0"/>
                      </a:prstClr>
                    </a:solidFill>
                    <a:prstDash val="solid"/>
                    <a:miter lim="800000"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단순 정보 수정이 아닌 고객</a:t>
              </a:r>
              <a:endParaRPr lang="en-US" altLang="ko-KR" sz="1600" kern="0" spc="-40">
                <a:ln w="1270" cmpd="sng">
                  <a:solidFill>
                    <a:prstClr val="black">
                      <a:lumMod val="65000"/>
                      <a:lumOff val="35000"/>
                      <a:alpha val="0"/>
                    </a:prstClr>
                  </a:solidFill>
                  <a:prstDash val="solid"/>
                  <a:miter lim="800000"/>
                </a:ln>
                <a:solidFill>
                  <a:prstClr val="black">
                    <a:lumMod val="95000"/>
                    <a:lumOff val="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  <a:p>
              <a:pPr marL="0" lvl="1" algn="ctr" defTabSz="1125770" latinLnBrk="0">
                <a:lnSpc>
                  <a:spcPct val="110000"/>
                </a:lnSpc>
                <a:spcBef>
                  <a:spcPts val="600"/>
                </a:spcBef>
                <a:defRPr/>
              </a:pPr>
              <a:r>
                <a:rPr lang="ko-KR" altLang="en-US" sz="1600"/>
                <a:t> </a:t>
              </a:r>
              <a:r>
                <a:rPr lang="ko-KR" altLang="en-US" sz="1600" kern="0" spc="-40">
                  <a:ln w="1270" cmpd="sng">
                    <a:solidFill>
                      <a:prstClr val="black">
                        <a:lumMod val="65000"/>
                        <a:lumOff val="35000"/>
                        <a:alpha val="0"/>
                      </a:prstClr>
                    </a:solidFill>
                    <a:prstDash val="solid"/>
                    <a:miter lim="800000"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라이프사이클 기반 고객 데이터관리 </a:t>
              </a:r>
            </a:p>
          </p:txBody>
        </p: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52831DCA-FBE8-A54D-CBA4-D0ABC7810323}"/>
                </a:ext>
              </a:extLst>
            </p:cNvPr>
            <p:cNvSpPr/>
            <p:nvPr/>
          </p:nvSpPr>
          <p:spPr>
            <a:xfrm>
              <a:off x="8212679" y="4653151"/>
              <a:ext cx="65" cy="238079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/>
            <a:p>
              <a:pPr marL="0" lvl="1" algn="ctr" defTabSz="1125770" latinLnBrk="0">
                <a:lnSpc>
                  <a:spcPct val="110000"/>
                </a:lnSpc>
                <a:spcBef>
                  <a:spcPts val="600"/>
                </a:spcBef>
                <a:defRPr/>
              </a:pPr>
              <a:endParaRPr lang="ko-KR" altLang="en-US" sz="1600" kern="0" spc="-40">
                <a:ln w="1270" cmpd="sng">
                  <a:solidFill>
                    <a:prstClr val="black">
                      <a:lumMod val="65000"/>
                      <a:lumOff val="35000"/>
                      <a:alpha val="0"/>
                    </a:prstClr>
                  </a:solidFill>
                  <a:prstDash val="solid"/>
                  <a:miter lim="800000"/>
                </a:ln>
                <a:solidFill>
                  <a:prstClr val="black">
                    <a:lumMod val="95000"/>
                    <a:lumOff val="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11D6B5C1-E3E3-4CA2-097B-3FB86DD61139}"/>
                </a:ext>
              </a:extLst>
            </p:cNvPr>
            <p:cNvSpPr txBox="1"/>
            <p:nvPr/>
          </p:nvSpPr>
          <p:spPr>
            <a:xfrm>
              <a:off x="1233643" y="5277333"/>
              <a:ext cx="2384577" cy="1302472"/>
            </a:xfrm>
            <a:prstGeom prst="rect">
              <a:avLst/>
            </a:prstGeom>
            <a:noFill/>
          </p:spPr>
          <p:txBody>
            <a:bodyPr wrap="square" lIns="72000" tIns="0" rIns="36000" bIns="0">
              <a:spAutoFit/>
            </a:bodyPr>
            <a:lstStyle>
              <a:defPPr>
                <a:defRPr lang="ko-KR"/>
              </a:defPPr>
              <a:lvl1pPr marL="127000" indent="-127000" fontAlgn="base" latinLnBrk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kumimoji="1" sz="1200" spc="0">
                  <a:ln w="1270">
                    <a:solidFill>
                      <a:prstClr val="white">
                        <a:alpha val="10000"/>
                      </a:prstClr>
                    </a:solidFill>
                  </a:ln>
                  <a:latin typeface="뫼비우스 Regular" panose="02000700060000000000" pitchFamily="2" charset="-127"/>
                  <a:ea typeface="뫼비우스 Regular" panose="02000700060000000000" pitchFamily="2" charset="-127"/>
                </a:defRPr>
              </a:lvl1pPr>
              <a:lvl2pPr marL="236538" lvl="1" indent="-123825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buFont typeface="뫼비우스 Regular" panose="02000700060000000000" pitchFamily="2" charset="-127"/>
                <a:buChar char="-"/>
                <a:defRPr kumimoji="1" sz="1200">
                  <a:ln w="1270">
                    <a:solidFill>
                      <a:prstClr val="white">
                        <a:alpha val="10000"/>
                      </a:prstClr>
                    </a:solidFill>
                  </a:ln>
                  <a:latin typeface="뫼비우스 Regular" panose="02000700060000000000" pitchFamily="2" charset="-127"/>
                  <a:ea typeface="뫼비우스 Regular" panose="02000700060000000000" pitchFamily="2" charset="-127"/>
                </a:defRPr>
              </a:lvl2pPr>
              <a:lvl3pPr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굴림" pitchFamily="50" charset="-127"/>
                  <a:ea typeface="굴림" pitchFamily="50" charset="-127"/>
                </a:defRPr>
              </a:lvl3pPr>
              <a:lvl4pPr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굴림" pitchFamily="50" charset="-127"/>
                  <a:ea typeface="굴림" pitchFamily="50" charset="-127"/>
                </a:defRPr>
              </a:lvl4pPr>
              <a:lvl5pPr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굴림" pitchFamily="50" charset="-127"/>
                  <a:ea typeface="굴림" pitchFamily="50" charset="-127"/>
                </a:defRPr>
              </a:lvl5pPr>
              <a:lvl6pPr marL="457200" algn="ctr" fontAlgn="base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굴림" pitchFamily="50" charset="-127"/>
                  <a:ea typeface="굴림" pitchFamily="50" charset="-127"/>
                </a:defRPr>
              </a:lvl6pPr>
              <a:lvl7pPr marL="914400" algn="ctr" fontAlgn="base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굴림" pitchFamily="50" charset="-127"/>
                  <a:ea typeface="굴림" pitchFamily="50" charset="-127"/>
                </a:defRPr>
              </a:lvl7pPr>
              <a:lvl8pPr marL="1371600" algn="ctr" fontAlgn="base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굴림" pitchFamily="50" charset="-127"/>
                  <a:ea typeface="굴림" pitchFamily="50" charset="-127"/>
                </a:defRPr>
              </a:lvl8pPr>
              <a:lvl9pPr marL="1828800" algn="ctr" fontAlgn="base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marL="0" lvl="1" indent="0" defTabSz="954887" latinLnBrk="0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0C5298"/>
                </a:buClr>
                <a:buFont typeface="뫼비우스 Regular" panose="02000700060000000000" pitchFamily="2" charset="-127"/>
                <a:buNone/>
                <a:tabLst>
                  <a:tab pos="511090" algn="l"/>
                  <a:tab pos="1022181" algn="l"/>
                  <a:tab pos="1536448" algn="l"/>
                  <a:tab pos="2047536" algn="l"/>
                  <a:tab pos="2558627" algn="l"/>
                  <a:tab pos="3071306" algn="l"/>
                  <a:tab pos="3582394" algn="l"/>
                  <a:tab pos="4095073" algn="l"/>
                  <a:tab pos="4607751" algn="l"/>
                  <a:tab pos="5118842" algn="l"/>
                  <a:tab pos="5631518" algn="l"/>
                  <a:tab pos="6655289" algn="l"/>
                  <a:tab pos="7167965" algn="l"/>
                  <a:tab pos="7679055" algn="l"/>
                  <a:tab pos="8190146" algn="l"/>
                  <a:tab pos="8702823" algn="l"/>
                  <a:tab pos="9215502" algn="l"/>
                  <a:tab pos="9726592" algn="l"/>
                  <a:tab pos="10239271" algn="l"/>
                  <a:tab pos="10750360" algn="l"/>
                  <a:tab pos="11263037" algn="l"/>
                  <a:tab pos="11775716" algn="l"/>
                  <a:tab pos="12286807" algn="l"/>
                  <a:tab pos="12799484" algn="l"/>
                  <a:tab pos="13310574" algn="l"/>
                  <a:tab pos="13821664" algn="l"/>
                  <a:tab pos="14335930" algn="l"/>
                  <a:tab pos="14847021" algn="l"/>
                  <a:tab pos="15358112" algn="l"/>
                  <a:tab pos="15870789" algn="l"/>
                  <a:tab pos="16381879" algn="l"/>
                </a:tabLst>
                <a:defRPr/>
              </a:pPr>
              <a:r>
                <a:rPr lang="ko-KR" altLang="en-US" sz="1100" b="1" spc="-40">
                  <a:ln>
                    <a:solidFill>
                      <a:srgbClr val="C7C4EA">
                        <a:alpha val="0"/>
                      </a:srgbClr>
                    </a:solidFill>
                  </a:ln>
                  <a:solidFill>
                    <a:srgbClr val="292929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고객정보 등록 전 주기를 통합하는 화면 구성을 통해 업무 흐름별 진행 현황을 직관적으로 파악</a:t>
              </a:r>
              <a:endParaRPr lang="en-US" altLang="ko-KR" b="1" u="sng" spc="-40">
                <a:ln>
                  <a:solidFill>
                    <a:srgbClr val="C7C4EA">
                      <a:alpha val="0"/>
                    </a:srgbClr>
                  </a:solidFill>
                </a:ln>
                <a:solidFill>
                  <a:srgbClr val="20367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  <a:p>
              <a:pPr marL="0" lvl="1" indent="0" defTabSz="954887" latinLnBrk="0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0C5298"/>
                </a:buClr>
                <a:buNone/>
                <a:tabLst>
                  <a:tab pos="511090" algn="l"/>
                  <a:tab pos="1022181" algn="l"/>
                  <a:tab pos="1536448" algn="l"/>
                  <a:tab pos="2047536" algn="l"/>
                  <a:tab pos="2558627" algn="l"/>
                  <a:tab pos="3071306" algn="l"/>
                  <a:tab pos="3582394" algn="l"/>
                  <a:tab pos="4095073" algn="l"/>
                  <a:tab pos="4607751" algn="l"/>
                  <a:tab pos="5118842" algn="l"/>
                  <a:tab pos="5631518" algn="l"/>
                  <a:tab pos="6655289" algn="l"/>
                  <a:tab pos="7167965" algn="l"/>
                  <a:tab pos="7679055" algn="l"/>
                  <a:tab pos="8190146" algn="l"/>
                  <a:tab pos="8702823" algn="l"/>
                  <a:tab pos="9215502" algn="l"/>
                  <a:tab pos="9726592" algn="l"/>
                  <a:tab pos="10239271" algn="l"/>
                  <a:tab pos="10750360" algn="l"/>
                  <a:tab pos="11263037" algn="l"/>
                  <a:tab pos="11775716" algn="l"/>
                  <a:tab pos="12286807" algn="l"/>
                  <a:tab pos="12799484" algn="l"/>
                  <a:tab pos="13310574" algn="l"/>
                  <a:tab pos="13821664" algn="l"/>
                  <a:tab pos="14335930" algn="l"/>
                  <a:tab pos="14847021" algn="l"/>
                  <a:tab pos="15358112" algn="l"/>
                  <a:tab pos="15870789" algn="l"/>
                  <a:tab pos="16381879" algn="l"/>
                </a:tabLst>
                <a:defRPr/>
              </a:pPr>
              <a:r>
                <a:rPr lang="ko-KR" altLang="en-US" sz="1100" b="1" spc="-40">
                  <a:ln>
                    <a:solidFill>
                      <a:srgbClr val="C7C4EA">
                        <a:alpha val="0"/>
                      </a:srgbClr>
                    </a:solidFill>
                  </a:ln>
                  <a:solidFill>
                    <a:srgbClr val="292929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통합화면 기반 역할</a:t>
              </a:r>
              <a:r>
                <a:rPr lang="en-US" altLang="ko-KR" sz="1100" b="1" spc="-40">
                  <a:ln>
                    <a:solidFill>
                      <a:srgbClr val="C7C4EA">
                        <a:alpha val="0"/>
                      </a:srgbClr>
                    </a:solidFill>
                  </a:ln>
                  <a:solidFill>
                    <a:srgbClr val="292929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/</a:t>
              </a:r>
              <a:r>
                <a:rPr lang="ko-KR" altLang="en-US" sz="1100" b="1" spc="-40">
                  <a:ln>
                    <a:solidFill>
                      <a:srgbClr val="C7C4EA">
                        <a:alpha val="0"/>
                      </a:srgbClr>
                    </a:solidFill>
                  </a:ln>
                  <a:solidFill>
                    <a:srgbClr val="292929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단계별 세부화면을 구성하여 업무의 직관적 처리를 지원</a:t>
              </a:r>
              <a:endParaRPr lang="en-US" altLang="ko-KR" b="1" u="sng" spc="-40">
                <a:ln>
                  <a:solidFill>
                    <a:srgbClr val="C7C4EA">
                      <a:alpha val="0"/>
                    </a:srgbClr>
                  </a:solidFill>
                </a:ln>
                <a:solidFill>
                  <a:srgbClr val="20367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grpSp>
          <p:nvGrpSpPr>
            <p:cNvPr id="55" name="그룹 54">
              <a:extLst>
                <a:ext uri="{FF2B5EF4-FFF2-40B4-BE49-F238E27FC236}">
                  <a16:creationId xmlns:a16="http://schemas.microsoft.com/office/drawing/2014/main" id="{AB513241-2310-30B5-8384-E161B67716BF}"/>
                </a:ext>
              </a:extLst>
            </p:cNvPr>
            <p:cNvGrpSpPr/>
            <p:nvPr/>
          </p:nvGrpSpPr>
          <p:grpSpPr>
            <a:xfrm>
              <a:off x="3837125" y="5136534"/>
              <a:ext cx="2897050" cy="1316106"/>
              <a:chOff x="3837125" y="4411085"/>
              <a:chExt cx="2940810" cy="1163121"/>
            </a:xfrm>
          </p:grpSpPr>
          <p:cxnSp>
            <p:nvCxnSpPr>
              <p:cNvPr id="142" name="직선 연결선 141">
                <a:extLst>
                  <a:ext uri="{FF2B5EF4-FFF2-40B4-BE49-F238E27FC236}">
                    <a16:creationId xmlns:a16="http://schemas.microsoft.com/office/drawing/2014/main" id="{2D325CDF-7DF8-A167-83B9-137F08932D83}"/>
                  </a:ext>
                </a:extLst>
              </p:cNvPr>
              <p:cNvCxnSpPr/>
              <p:nvPr/>
            </p:nvCxnSpPr>
            <p:spPr>
              <a:xfrm>
                <a:off x="3837125" y="4411085"/>
                <a:ext cx="0" cy="1163121"/>
              </a:xfrm>
              <a:prstGeom prst="line">
                <a:avLst/>
              </a:prstGeom>
              <a:noFill/>
              <a:ln w="12700" cap="rnd" cmpd="sng" algn="ctr">
                <a:solidFill>
                  <a:srgbClr val="C2CBD0"/>
                </a:solidFill>
                <a:prstDash val="sysDot"/>
              </a:ln>
              <a:effectLst>
                <a:outerShdw dist="12700" algn="l" rotWithShape="0">
                  <a:sysClr val="window" lastClr="FFFFFF">
                    <a:alpha val="56000"/>
                  </a:sysClr>
                </a:outerShdw>
              </a:effectLst>
            </p:spPr>
          </p:cxnSp>
          <p:cxnSp>
            <p:nvCxnSpPr>
              <p:cNvPr id="143" name="직선 연결선 142">
                <a:extLst>
                  <a:ext uri="{FF2B5EF4-FFF2-40B4-BE49-F238E27FC236}">
                    <a16:creationId xmlns:a16="http://schemas.microsoft.com/office/drawing/2014/main" id="{61FA67FA-3566-F0FD-0303-0E92733D1166}"/>
                  </a:ext>
                </a:extLst>
              </p:cNvPr>
              <p:cNvCxnSpPr/>
              <p:nvPr/>
            </p:nvCxnSpPr>
            <p:spPr>
              <a:xfrm>
                <a:off x="6777935" y="4411085"/>
                <a:ext cx="0" cy="1163121"/>
              </a:xfrm>
              <a:prstGeom prst="line">
                <a:avLst/>
              </a:prstGeom>
              <a:noFill/>
              <a:ln w="12700" cap="rnd" cmpd="sng" algn="ctr">
                <a:solidFill>
                  <a:srgbClr val="C2CBD0"/>
                </a:solidFill>
                <a:prstDash val="sysDot"/>
              </a:ln>
              <a:effectLst>
                <a:outerShdw dist="12700" algn="l" rotWithShape="0">
                  <a:sysClr val="window" lastClr="FFFFFF">
                    <a:alpha val="56000"/>
                  </a:sysClr>
                </a:outerShdw>
              </a:effectLst>
            </p:spPr>
          </p:cxnSp>
        </p:grpSp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1D5381D8-EFAF-2E1C-BC64-7E793D3D1912}"/>
                </a:ext>
              </a:extLst>
            </p:cNvPr>
            <p:cNvSpPr/>
            <p:nvPr/>
          </p:nvSpPr>
          <p:spPr>
            <a:xfrm>
              <a:off x="1369690" y="4479352"/>
              <a:ext cx="1991892" cy="585866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/>
            <a:p>
              <a:pPr marL="0" lvl="1" algn="ctr" defTabSz="1125770" latinLnBrk="0">
                <a:lnSpc>
                  <a:spcPct val="110000"/>
                </a:lnSpc>
                <a:spcBef>
                  <a:spcPts val="600"/>
                </a:spcBef>
                <a:defRPr/>
              </a:pPr>
              <a:r>
                <a:rPr lang="ko-KR" altLang="en-US" sz="1600" kern="0" spc="-40">
                  <a:ln w="1270" cmpd="sng">
                    <a:solidFill>
                      <a:prstClr val="black">
                        <a:lumMod val="65000"/>
                        <a:lumOff val="35000"/>
                        <a:alpha val="0"/>
                      </a:prstClr>
                    </a:solidFill>
                    <a:prstDash val="solid"/>
                    <a:miter lim="800000"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분산된 업무를 하나의 </a:t>
              </a:r>
              <a:endParaRPr lang="en-US" altLang="ko-KR" sz="1600" kern="0" spc="-40">
                <a:ln w="1270" cmpd="sng">
                  <a:solidFill>
                    <a:prstClr val="black">
                      <a:lumMod val="65000"/>
                      <a:lumOff val="35000"/>
                      <a:alpha val="0"/>
                    </a:prstClr>
                  </a:solidFill>
                  <a:prstDash val="solid"/>
                  <a:miter lim="800000"/>
                </a:ln>
                <a:solidFill>
                  <a:prstClr val="black">
                    <a:lumMod val="95000"/>
                    <a:lumOff val="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  <a:p>
              <a:pPr marL="0" lvl="1" algn="ctr" defTabSz="1125770" latinLnBrk="0">
                <a:lnSpc>
                  <a:spcPct val="110000"/>
                </a:lnSpc>
                <a:spcBef>
                  <a:spcPts val="600"/>
                </a:spcBef>
                <a:defRPr/>
              </a:pPr>
              <a:r>
                <a:rPr lang="ko-KR" altLang="en-US" sz="1600" kern="0" spc="-40">
                  <a:ln w="1270" cmpd="sng">
                    <a:solidFill>
                      <a:prstClr val="black">
                        <a:lumMod val="65000"/>
                        <a:lumOff val="35000"/>
                        <a:alpha val="0"/>
                      </a:prstClr>
                    </a:solidFill>
                    <a:prstDash val="solid"/>
                    <a:miter lim="800000"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흐름으로 연결</a:t>
              </a:r>
            </a:p>
          </p:txBody>
        </p:sp>
        <p:sp>
          <p:nvSpPr>
            <p:cNvPr id="57" name="직사각형 56">
              <a:extLst>
                <a:ext uri="{FF2B5EF4-FFF2-40B4-BE49-F238E27FC236}">
                  <a16:creationId xmlns:a16="http://schemas.microsoft.com/office/drawing/2014/main" id="{F32FF056-B622-9545-1FDB-12B6349EE14C}"/>
                </a:ext>
              </a:extLst>
            </p:cNvPr>
            <p:cNvSpPr/>
            <p:nvPr/>
          </p:nvSpPr>
          <p:spPr>
            <a:xfrm>
              <a:off x="3905134" y="5136533"/>
              <a:ext cx="2764387" cy="1523083"/>
            </a:xfrm>
            <a:prstGeom prst="rect">
              <a:avLst/>
            </a:prstGeom>
            <a:solidFill>
              <a:srgbClr val="E0E5E8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600" b="0" i="0" u="none" strike="noStrike" kern="0" cap="none" spc="-20" normalizeH="0" baseline="0" noProof="0">
                <a:ln>
                  <a:solidFill>
                    <a:srgbClr val="4669B0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+mn-cs"/>
              </a:endParaRPr>
            </a:p>
          </p:txBody>
        </p:sp>
        <p:grpSp>
          <p:nvGrpSpPr>
            <p:cNvPr id="58" name="그룹 57">
              <a:extLst>
                <a:ext uri="{FF2B5EF4-FFF2-40B4-BE49-F238E27FC236}">
                  <a16:creationId xmlns:a16="http://schemas.microsoft.com/office/drawing/2014/main" id="{8EEBA333-F90C-C446-F5EE-F7F02146C061}"/>
                </a:ext>
              </a:extLst>
            </p:cNvPr>
            <p:cNvGrpSpPr/>
            <p:nvPr/>
          </p:nvGrpSpPr>
          <p:grpSpPr>
            <a:xfrm>
              <a:off x="3905134" y="4414631"/>
              <a:ext cx="2764913" cy="715304"/>
              <a:chOff x="419109" y="3121763"/>
              <a:chExt cx="8917519" cy="285750"/>
            </a:xfrm>
          </p:grpSpPr>
          <p:cxnSp>
            <p:nvCxnSpPr>
              <p:cNvPr id="140" name="직선 연결선 139">
                <a:extLst>
                  <a:ext uri="{FF2B5EF4-FFF2-40B4-BE49-F238E27FC236}">
                    <a16:creationId xmlns:a16="http://schemas.microsoft.com/office/drawing/2014/main" id="{A948E6CF-5DA2-FE79-9C63-AAB3CCD3477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9109" y="3407513"/>
                <a:ext cx="8917519" cy="0"/>
              </a:xfrm>
              <a:prstGeom prst="line">
                <a:avLst/>
              </a:prstGeom>
              <a:noFill/>
              <a:ln w="15875" cap="flat" cmpd="sng" algn="ctr">
                <a:solidFill>
                  <a:srgbClr val="C2CBD0"/>
                </a:solidFill>
                <a:prstDash val="solid"/>
              </a:ln>
              <a:effectLst/>
            </p:spPr>
          </p:cxnSp>
          <p:cxnSp>
            <p:nvCxnSpPr>
              <p:cNvPr id="141" name="직선 연결선 140">
                <a:extLst>
                  <a:ext uri="{FF2B5EF4-FFF2-40B4-BE49-F238E27FC236}">
                    <a16:creationId xmlns:a16="http://schemas.microsoft.com/office/drawing/2014/main" id="{76A249BC-E5CA-B4B7-75E7-F0588C9EFA1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9109" y="3121763"/>
                <a:ext cx="8917519" cy="0"/>
              </a:xfrm>
              <a:prstGeom prst="line">
                <a:avLst/>
              </a:prstGeom>
              <a:noFill/>
              <a:ln w="15875" cap="flat" cmpd="sng" algn="ctr">
                <a:solidFill>
                  <a:srgbClr val="283034"/>
                </a:solidFill>
                <a:prstDash val="solid"/>
              </a:ln>
              <a:effectLst/>
            </p:spPr>
          </p:cxnSp>
        </p:grp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B8D1ADDF-88C7-13DD-8C7E-8F0A66937F97}"/>
                </a:ext>
              </a:extLst>
            </p:cNvPr>
            <p:cNvSpPr txBox="1"/>
            <p:nvPr/>
          </p:nvSpPr>
          <p:spPr>
            <a:xfrm>
              <a:off x="4148293" y="5277333"/>
              <a:ext cx="2384577" cy="1206484"/>
            </a:xfrm>
            <a:prstGeom prst="rect">
              <a:avLst/>
            </a:prstGeom>
            <a:noFill/>
          </p:spPr>
          <p:txBody>
            <a:bodyPr wrap="square" lIns="72000" tIns="0" rIns="36000" bIns="0">
              <a:spAutoFit/>
            </a:bodyPr>
            <a:lstStyle>
              <a:defPPr>
                <a:defRPr lang="ko-KR"/>
              </a:defPPr>
              <a:lvl1pPr marL="127000" indent="-127000" fontAlgn="base" latinLnBrk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kumimoji="1" sz="1200" spc="0">
                  <a:ln w="1270">
                    <a:solidFill>
                      <a:prstClr val="white">
                        <a:alpha val="10000"/>
                      </a:prstClr>
                    </a:solidFill>
                  </a:ln>
                  <a:latin typeface="뫼비우스 Regular" panose="02000700060000000000" pitchFamily="2" charset="-127"/>
                  <a:ea typeface="뫼비우스 Regular" panose="02000700060000000000" pitchFamily="2" charset="-127"/>
                </a:defRPr>
              </a:lvl1pPr>
              <a:lvl2pPr marL="236538" lvl="1" indent="-123825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buFont typeface="뫼비우스 Regular" panose="02000700060000000000" pitchFamily="2" charset="-127"/>
                <a:buChar char="-"/>
                <a:defRPr kumimoji="1" sz="1200">
                  <a:ln w="1270">
                    <a:solidFill>
                      <a:prstClr val="white">
                        <a:alpha val="10000"/>
                      </a:prstClr>
                    </a:solidFill>
                  </a:ln>
                  <a:latin typeface="뫼비우스 Regular" panose="02000700060000000000" pitchFamily="2" charset="-127"/>
                  <a:ea typeface="뫼비우스 Regular" panose="02000700060000000000" pitchFamily="2" charset="-127"/>
                </a:defRPr>
              </a:lvl2pPr>
              <a:lvl3pPr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굴림" pitchFamily="50" charset="-127"/>
                  <a:ea typeface="굴림" pitchFamily="50" charset="-127"/>
                </a:defRPr>
              </a:lvl3pPr>
              <a:lvl4pPr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굴림" pitchFamily="50" charset="-127"/>
                  <a:ea typeface="굴림" pitchFamily="50" charset="-127"/>
                </a:defRPr>
              </a:lvl4pPr>
              <a:lvl5pPr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굴림" pitchFamily="50" charset="-127"/>
                  <a:ea typeface="굴림" pitchFamily="50" charset="-127"/>
                </a:defRPr>
              </a:lvl5pPr>
              <a:lvl6pPr marL="457200" algn="ctr" fontAlgn="base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굴림" pitchFamily="50" charset="-127"/>
                  <a:ea typeface="굴림" pitchFamily="50" charset="-127"/>
                </a:defRPr>
              </a:lvl6pPr>
              <a:lvl7pPr marL="914400" algn="ctr" fontAlgn="base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굴림" pitchFamily="50" charset="-127"/>
                  <a:ea typeface="굴림" pitchFamily="50" charset="-127"/>
                </a:defRPr>
              </a:lvl7pPr>
              <a:lvl8pPr marL="1371600" algn="ctr" fontAlgn="base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굴림" pitchFamily="50" charset="-127"/>
                  <a:ea typeface="굴림" pitchFamily="50" charset="-127"/>
                </a:defRPr>
              </a:lvl8pPr>
              <a:lvl9pPr marL="1828800" algn="ctr" fontAlgn="base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marL="0" lvl="1" indent="0" defTabSz="954887" latinLnBrk="0">
                <a:lnSpc>
                  <a:spcPct val="120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0C5298"/>
                </a:buClr>
                <a:buNone/>
                <a:tabLst>
                  <a:tab pos="511090" algn="l"/>
                  <a:tab pos="1022181" algn="l"/>
                  <a:tab pos="1536448" algn="l"/>
                  <a:tab pos="2047536" algn="l"/>
                  <a:tab pos="2558627" algn="l"/>
                  <a:tab pos="3071306" algn="l"/>
                  <a:tab pos="3582394" algn="l"/>
                  <a:tab pos="4095073" algn="l"/>
                  <a:tab pos="4607751" algn="l"/>
                  <a:tab pos="5118842" algn="l"/>
                  <a:tab pos="5631518" algn="l"/>
                  <a:tab pos="6655289" algn="l"/>
                  <a:tab pos="7167965" algn="l"/>
                  <a:tab pos="7679055" algn="l"/>
                  <a:tab pos="8190146" algn="l"/>
                  <a:tab pos="8702823" algn="l"/>
                  <a:tab pos="9215502" algn="l"/>
                  <a:tab pos="9726592" algn="l"/>
                  <a:tab pos="10239271" algn="l"/>
                  <a:tab pos="10750360" algn="l"/>
                  <a:tab pos="11263037" algn="l"/>
                  <a:tab pos="11775716" algn="l"/>
                  <a:tab pos="12286807" algn="l"/>
                  <a:tab pos="12799484" algn="l"/>
                  <a:tab pos="13310574" algn="l"/>
                  <a:tab pos="13821664" algn="l"/>
                  <a:tab pos="14335930" algn="l"/>
                  <a:tab pos="14847021" algn="l"/>
                  <a:tab pos="15358112" algn="l"/>
                  <a:tab pos="15870789" algn="l"/>
                  <a:tab pos="16381879" algn="l"/>
                </a:tabLst>
                <a:defRPr/>
              </a:pPr>
              <a:r>
                <a:rPr lang="ko-KR" altLang="en-US" sz="1100" b="1" kern="0" spc="-40">
                  <a:ln>
                    <a:solidFill>
                      <a:srgbClr val="C7C4EA">
                        <a:alpha val="0"/>
                      </a:srgbClr>
                    </a:solidFill>
                  </a:ln>
                  <a:solidFill>
                    <a:srgbClr val="292929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공급 전</a:t>
              </a:r>
              <a:r>
                <a:rPr lang="en-US" altLang="ko-KR" sz="1100" b="1" kern="0" spc="-40">
                  <a:ln>
                    <a:solidFill>
                      <a:srgbClr val="C7C4EA">
                        <a:alpha val="0"/>
                      </a:srgbClr>
                    </a:solidFill>
                  </a:ln>
                  <a:solidFill>
                    <a:srgbClr val="292929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/</a:t>
              </a:r>
              <a:r>
                <a:rPr lang="ko-KR" altLang="en-US" sz="1100" b="1" kern="0" spc="-40">
                  <a:ln>
                    <a:solidFill>
                      <a:srgbClr val="C7C4EA">
                        <a:alpha val="0"/>
                      </a:srgbClr>
                    </a:solidFill>
                  </a:ln>
                  <a:solidFill>
                    <a:srgbClr val="292929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후 및 가입</a:t>
              </a:r>
              <a:r>
                <a:rPr lang="en-US" altLang="ko-KR" sz="1100" b="1" kern="0" spc="-40">
                  <a:ln>
                    <a:solidFill>
                      <a:srgbClr val="C7C4EA">
                        <a:alpha val="0"/>
                      </a:srgbClr>
                    </a:solidFill>
                  </a:ln>
                  <a:solidFill>
                    <a:srgbClr val="292929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·</a:t>
              </a:r>
              <a:r>
                <a:rPr lang="ko-KR" altLang="en-US" sz="1100" b="1" kern="0" spc="-40">
                  <a:ln>
                    <a:solidFill>
                      <a:srgbClr val="C7C4EA">
                        <a:alpha val="0"/>
                      </a:srgbClr>
                    </a:solidFill>
                  </a:ln>
                  <a:solidFill>
                    <a:srgbClr val="292929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변경</a:t>
              </a:r>
              <a:r>
                <a:rPr lang="en-US" altLang="ko-KR" sz="1100" b="1" kern="0" spc="-40">
                  <a:ln>
                    <a:solidFill>
                      <a:srgbClr val="C7C4EA">
                        <a:alpha val="0"/>
                      </a:srgbClr>
                    </a:solidFill>
                  </a:ln>
                  <a:solidFill>
                    <a:srgbClr val="292929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·</a:t>
              </a:r>
              <a:r>
                <a:rPr lang="ko-KR" altLang="en-US" sz="1100" b="1" kern="0" spc="-40">
                  <a:ln>
                    <a:solidFill>
                      <a:srgbClr val="C7C4EA">
                        <a:alpha val="0"/>
                      </a:srgbClr>
                    </a:solidFill>
                  </a:ln>
                  <a:solidFill>
                    <a:srgbClr val="292929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해지 등 고객상태 변화에 따른 프로세스 모델을 정립하고</a:t>
              </a:r>
              <a:r>
                <a:rPr lang="en-US" altLang="ko-KR" sz="1100" b="1" kern="0" spc="-40">
                  <a:ln>
                    <a:solidFill>
                      <a:srgbClr val="C7C4EA">
                        <a:alpha val="0"/>
                      </a:srgbClr>
                    </a:solidFill>
                  </a:ln>
                  <a:solidFill>
                    <a:srgbClr val="292929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, </a:t>
              </a:r>
              <a:r>
                <a:rPr lang="ko-KR" altLang="en-US" sz="1100" b="1" kern="0" spc="-40">
                  <a:ln>
                    <a:solidFill>
                      <a:srgbClr val="C7C4EA">
                        <a:alpha val="0"/>
                      </a:srgbClr>
                    </a:solidFill>
                  </a:ln>
                  <a:solidFill>
                    <a:srgbClr val="292929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단계별 데이터 정합성 확보</a:t>
              </a:r>
              <a:br>
                <a:rPr lang="en-US" altLang="ko-KR" sz="1100" b="1" kern="0" spc="-40">
                  <a:ln>
                    <a:solidFill>
                      <a:srgbClr val="C7C4EA">
                        <a:alpha val="0"/>
                      </a:srgbClr>
                    </a:solidFill>
                  </a:ln>
                  <a:solidFill>
                    <a:srgbClr val="292929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</a:br>
              <a:br>
                <a:rPr lang="en-US" altLang="ko-KR" sz="1100" b="1" kern="0" spc="-40">
                  <a:ln>
                    <a:solidFill>
                      <a:srgbClr val="C7C4EA">
                        <a:alpha val="0"/>
                      </a:srgbClr>
                    </a:solidFill>
                  </a:ln>
                  <a:solidFill>
                    <a:srgbClr val="292929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</a:br>
              <a:r>
                <a:rPr lang="ko-KR" altLang="en-US" sz="1100" b="1" kern="0" spc="-40">
                  <a:ln>
                    <a:solidFill>
                      <a:srgbClr val="C7C4EA">
                        <a:alpha val="0"/>
                      </a:srgbClr>
                    </a:solidFill>
                  </a:ln>
                  <a:solidFill>
                    <a:srgbClr val="292929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변경 이력관리 및 실시간 데이터 반영을 통해 운영 효율성 제고</a:t>
              </a:r>
              <a:endParaRPr lang="en-US" altLang="ko-KR" sz="1100" b="1" kern="0" spc="-40">
                <a:ln>
                  <a:solidFill>
                    <a:srgbClr val="C7C4EA">
                      <a:alpha val="0"/>
                    </a:srgbClr>
                  </a:solidFill>
                </a:ln>
                <a:solidFill>
                  <a:srgbClr val="292929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grpSp>
          <p:nvGrpSpPr>
            <p:cNvPr id="60" name="그룹 59">
              <a:extLst>
                <a:ext uri="{FF2B5EF4-FFF2-40B4-BE49-F238E27FC236}">
                  <a16:creationId xmlns:a16="http://schemas.microsoft.com/office/drawing/2014/main" id="{5F127A3B-1976-9050-45A5-563B6B46E0D3}"/>
                </a:ext>
              </a:extLst>
            </p:cNvPr>
            <p:cNvGrpSpPr/>
            <p:nvPr/>
          </p:nvGrpSpPr>
          <p:grpSpPr>
            <a:xfrm>
              <a:off x="6796924" y="4414631"/>
              <a:ext cx="2764913" cy="2267767"/>
              <a:chOff x="6728344" y="4414631"/>
              <a:chExt cx="2764913" cy="2267767"/>
            </a:xfrm>
          </p:grpSpPr>
          <p:grpSp>
            <p:nvGrpSpPr>
              <p:cNvPr id="134" name="그룹 133">
                <a:extLst>
                  <a:ext uri="{FF2B5EF4-FFF2-40B4-BE49-F238E27FC236}">
                    <a16:creationId xmlns:a16="http://schemas.microsoft.com/office/drawing/2014/main" id="{978AC11F-582F-B4F0-5F6D-B54D92E46F1A}"/>
                  </a:ext>
                </a:extLst>
              </p:cNvPr>
              <p:cNvGrpSpPr/>
              <p:nvPr/>
            </p:nvGrpSpPr>
            <p:grpSpPr>
              <a:xfrm>
                <a:off x="6728344" y="4414631"/>
                <a:ext cx="2764913" cy="2244985"/>
                <a:chOff x="1013344" y="4414631"/>
                <a:chExt cx="8553263" cy="2244985"/>
              </a:xfrm>
            </p:grpSpPr>
            <p:sp>
              <p:nvSpPr>
                <p:cNvPr id="136" name="직사각형 135">
                  <a:extLst>
                    <a:ext uri="{FF2B5EF4-FFF2-40B4-BE49-F238E27FC236}">
                      <a16:creationId xmlns:a16="http://schemas.microsoft.com/office/drawing/2014/main" id="{88191885-8887-AB4A-1FE8-0A5C0812907C}"/>
                    </a:ext>
                  </a:extLst>
                </p:cNvPr>
                <p:cNvSpPr/>
                <p:nvPr/>
              </p:nvSpPr>
              <p:spPr>
                <a:xfrm>
                  <a:off x="1013344" y="5136534"/>
                  <a:ext cx="8551636" cy="1523082"/>
                </a:xfrm>
                <a:prstGeom prst="rect">
                  <a:avLst/>
                </a:prstGeom>
                <a:solidFill>
                  <a:srgbClr val="E0E5E8"/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wrap="none" lIns="0" tIns="0" rIns="0" bIns="0" rtlCol="0" anchor="ctr"/>
                <a:lstStyle/>
                <a:p>
                  <a:pPr marL="0" marR="0" lvl="0" indent="0" algn="ctr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ko-KR" altLang="en-US" sz="600" b="0" i="0" u="none" strike="noStrike" kern="0" cap="none" spc="-20" normalizeH="0" baseline="0" noProof="0">
                    <a:ln>
                      <a:solidFill>
                        <a:srgbClr val="4669B0">
                          <a:shade val="50000"/>
                          <a:alpha val="0"/>
                        </a:srgb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나눔스퀘어 네오 ExtraBold" panose="00000900000000000000" pitchFamily="2" charset="-127"/>
                    <a:ea typeface="나눔스퀘어 네오 ExtraBold" panose="00000900000000000000" pitchFamily="2" charset="-127"/>
                    <a:cs typeface="+mn-cs"/>
                  </a:endParaRPr>
                </a:p>
              </p:txBody>
            </p:sp>
            <p:grpSp>
              <p:nvGrpSpPr>
                <p:cNvPr id="137" name="그룹 136">
                  <a:extLst>
                    <a:ext uri="{FF2B5EF4-FFF2-40B4-BE49-F238E27FC236}">
                      <a16:creationId xmlns:a16="http://schemas.microsoft.com/office/drawing/2014/main" id="{2A6D3942-4EB1-C793-CA51-92F5BA8D5631}"/>
                    </a:ext>
                  </a:extLst>
                </p:cNvPr>
                <p:cNvGrpSpPr/>
                <p:nvPr/>
              </p:nvGrpSpPr>
              <p:grpSpPr>
                <a:xfrm>
                  <a:off x="1013344" y="4414631"/>
                  <a:ext cx="8553263" cy="715304"/>
                  <a:chOff x="419109" y="3121763"/>
                  <a:chExt cx="8917519" cy="285750"/>
                </a:xfrm>
              </p:grpSpPr>
              <p:cxnSp>
                <p:nvCxnSpPr>
                  <p:cNvPr id="138" name="직선 연결선 137">
                    <a:extLst>
                      <a:ext uri="{FF2B5EF4-FFF2-40B4-BE49-F238E27FC236}">
                        <a16:creationId xmlns:a16="http://schemas.microsoft.com/office/drawing/2014/main" id="{314F3D5E-A625-AE9E-93C3-C03ACBC8A3E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19109" y="3407513"/>
                    <a:ext cx="8917519" cy="0"/>
                  </a:xfrm>
                  <a:prstGeom prst="line">
                    <a:avLst/>
                  </a:prstGeom>
                  <a:noFill/>
                  <a:ln w="15875" cap="flat" cmpd="sng" algn="ctr">
                    <a:solidFill>
                      <a:srgbClr val="C2CBD0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39" name="직선 연결선 138">
                    <a:extLst>
                      <a:ext uri="{FF2B5EF4-FFF2-40B4-BE49-F238E27FC236}">
                        <a16:creationId xmlns:a16="http://schemas.microsoft.com/office/drawing/2014/main" id="{55F7A888-7627-26FA-D674-EB2D6CB89DB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19109" y="3121763"/>
                    <a:ext cx="8917519" cy="0"/>
                  </a:xfrm>
                  <a:prstGeom prst="line">
                    <a:avLst/>
                  </a:prstGeom>
                  <a:noFill/>
                  <a:ln w="15875" cap="flat" cmpd="sng" algn="ctr">
                    <a:solidFill>
                      <a:srgbClr val="283034"/>
                    </a:solidFill>
                    <a:prstDash val="solid"/>
                  </a:ln>
                  <a:effectLst/>
                </p:spPr>
              </p:cxnSp>
            </p:grpSp>
          </p:grpSp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D9DE456A-C6D4-B996-B5A6-1D58BC6BBBE8}"/>
                  </a:ext>
                </a:extLst>
              </p:cNvPr>
              <p:cNvSpPr txBox="1"/>
              <p:nvPr/>
            </p:nvSpPr>
            <p:spPr>
              <a:xfrm>
                <a:off x="6971503" y="5277333"/>
                <a:ext cx="2384577" cy="1405065"/>
              </a:xfrm>
              <a:prstGeom prst="rect">
                <a:avLst/>
              </a:prstGeom>
              <a:noFill/>
            </p:spPr>
            <p:txBody>
              <a:bodyPr wrap="square" lIns="72000" tIns="0" rIns="36000" bIns="0">
                <a:spAutoFit/>
              </a:bodyPr>
              <a:lstStyle>
                <a:defPPr>
                  <a:defRPr lang="ko-KR"/>
                </a:defPPr>
                <a:lvl1pPr marL="127000" indent="-127000" fontAlgn="base" latinLnBrk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kumimoji="1" sz="1200" spc="0">
                    <a:ln w="1270">
                      <a:solidFill>
                        <a:prstClr val="white">
                          <a:alpha val="10000"/>
                        </a:prstClr>
                      </a:solidFill>
                    </a:ln>
                    <a:latin typeface="뫼비우스 Regular" panose="02000700060000000000" pitchFamily="2" charset="-127"/>
                    <a:ea typeface="뫼비우스 Regular" panose="02000700060000000000" pitchFamily="2" charset="-127"/>
                  </a:defRPr>
                </a:lvl1pPr>
                <a:lvl2pPr marL="236538" lvl="1" indent="-123825" eaLnBrk="0" fontAlgn="base" hangingPunct="0">
                  <a:spcBef>
                    <a:spcPct val="0"/>
                  </a:spcBef>
                  <a:spcAft>
                    <a:spcPct val="0"/>
                  </a:spcAft>
                  <a:buSzPct val="100000"/>
                  <a:buFont typeface="뫼비우스 Regular" panose="02000700060000000000" pitchFamily="2" charset="-127"/>
                  <a:buChar char="-"/>
                  <a:defRPr kumimoji="1" sz="1200">
                    <a:ln w="1270">
                      <a:solidFill>
                        <a:prstClr val="white">
                          <a:alpha val="10000"/>
                        </a:prstClr>
                      </a:solidFill>
                    </a:ln>
                    <a:latin typeface="뫼비우스 Regular" panose="02000700060000000000" pitchFamily="2" charset="-127"/>
                    <a:ea typeface="뫼비우스 Regular" panose="02000700060000000000" pitchFamily="2" charset="-127"/>
                  </a:defRPr>
                </a:lvl2pPr>
                <a:lvl3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457200" algn="ctr" fontAlgn="base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914400" algn="ctr" fontAlgn="base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1371600" algn="ctr" fontAlgn="base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1828800" algn="ctr" fontAlgn="base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marL="0" marR="0" lvl="1" indent="0" defTabSz="954887" eaLnBrk="0" fontAlgn="base" latinLnBrk="0" hangingPunct="0">
                  <a:lnSpc>
                    <a:spcPct val="12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rgbClr val="0C5298"/>
                  </a:buClr>
                  <a:buSzPct val="100000"/>
                  <a:buFont typeface="뫼비우스 Regular" panose="02000700060000000000" pitchFamily="2" charset="-127"/>
                  <a:buNone/>
                  <a:tabLst>
                    <a:tab pos="511090" algn="l"/>
                    <a:tab pos="1022181" algn="l"/>
                    <a:tab pos="1536448" algn="l"/>
                    <a:tab pos="2047536" algn="l"/>
                    <a:tab pos="2558627" algn="l"/>
                    <a:tab pos="3071306" algn="l"/>
                    <a:tab pos="3582394" algn="l"/>
                    <a:tab pos="4095073" algn="l"/>
                    <a:tab pos="4607751" algn="l"/>
                    <a:tab pos="5118842" algn="l"/>
                    <a:tab pos="5631518" algn="l"/>
                    <a:tab pos="6655289" algn="l"/>
                    <a:tab pos="7167965" algn="l"/>
                    <a:tab pos="7679055" algn="l"/>
                    <a:tab pos="8190146" algn="l"/>
                    <a:tab pos="8702823" algn="l"/>
                    <a:tab pos="9215502" algn="l"/>
                    <a:tab pos="9726592" algn="l"/>
                    <a:tab pos="10239271" algn="l"/>
                    <a:tab pos="10750360" algn="l"/>
                    <a:tab pos="11263037" algn="l"/>
                    <a:tab pos="11775716" algn="l"/>
                    <a:tab pos="12286807" algn="l"/>
                    <a:tab pos="12799484" algn="l"/>
                    <a:tab pos="13310574" algn="l"/>
                    <a:tab pos="13821664" algn="l"/>
                    <a:tab pos="14335930" algn="l"/>
                    <a:tab pos="14847021" algn="l"/>
                    <a:tab pos="15358112" algn="l"/>
                    <a:tab pos="15870789" algn="l"/>
                    <a:tab pos="16381879" algn="l"/>
                  </a:tabLst>
                  <a:defRPr/>
                </a:pPr>
                <a:r>
                  <a:rPr lang="en-US" altLang="ko-KR" sz="1100" b="1" kern="0" spc="-40">
                    <a:ln>
                      <a:solidFill>
                        <a:srgbClr val="C7C4EA">
                          <a:alpha val="0"/>
                        </a:srgbClr>
                      </a:solidFill>
                    </a:ln>
                    <a:solidFill>
                      <a:srgbClr val="292929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API </a:t>
                </a:r>
                <a:r>
                  <a:rPr lang="ko-KR" altLang="en-US" sz="1100" b="1" kern="0" spc="-40">
                    <a:ln>
                      <a:solidFill>
                        <a:srgbClr val="C7C4EA">
                          <a:alpha val="0"/>
                        </a:srgbClr>
                      </a:solidFill>
                    </a:ln>
                    <a:solidFill>
                      <a:srgbClr val="292929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기반 표준 인터페이스 구축하여</a:t>
                </a:r>
                <a:br>
                  <a:rPr lang="en-US" altLang="ko-KR" sz="1100" b="1" u="sng" kern="0" spc="-40">
                    <a:ln>
                      <a:solidFill>
                        <a:srgbClr val="C7C4EA">
                          <a:alpha val="0"/>
                        </a:srgbClr>
                      </a:solidFill>
                    </a:ln>
                    <a:solidFill>
                      <a:srgbClr val="20367B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</a:br>
                <a:r>
                  <a:rPr lang="ko-KR" altLang="en-US" sz="1100" b="1" kern="0" spc="-40">
                    <a:ln>
                      <a:solidFill>
                        <a:srgbClr val="C7C4EA">
                          <a:alpha val="0"/>
                        </a:srgbClr>
                      </a:solidFill>
                    </a:ln>
                    <a:solidFill>
                      <a:srgbClr val="292929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시스템 간 전송방식 일관성 확보</a:t>
                </a:r>
                <a:endParaRPr lang="en-US" altLang="ko-KR" sz="1100" b="1" kern="0" spc="-40">
                  <a:ln>
                    <a:solidFill>
                      <a:srgbClr val="C7C4EA">
                        <a:alpha val="0"/>
                      </a:srgbClr>
                    </a:solidFill>
                  </a:ln>
                  <a:solidFill>
                    <a:srgbClr val="292929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  <a:p>
                <a:pPr marL="0" marR="0" lvl="1" indent="0" defTabSz="954887" eaLnBrk="0" fontAlgn="base" latinLnBrk="0" hangingPunct="0">
                  <a:lnSpc>
                    <a:spcPct val="12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rgbClr val="0C5298"/>
                  </a:buClr>
                  <a:buSzPct val="100000"/>
                  <a:buFont typeface="뫼비우스 Regular" panose="02000700060000000000" pitchFamily="2" charset="-127"/>
                  <a:buNone/>
                  <a:tabLst>
                    <a:tab pos="511090" algn="l"/>
                    <a:tab pos="1022181" algn="l"/>
                    <a:tab pos="1536448" algn="l"/>
                    <a:tab pos="2047536" algn="l"/>
                    <a:tab pos="2558627" algn="l"/>
                    <a:tab pos="3071306" algn="l"/>
                    <a:tab pos="3582394" algn="l"/>
                    <a:tab pos="4095073" algn="l"/>
                    <a:tab pos="4607751" algn="l"/>
                    <a:tab pos="5118842" algn="l"/>
                    <a:tab pos="5631518" algn="l"/>
                    <a:tab pos="6655289" algn="l"/>
                    <a:tab pos="7167965" algn="l"/>
                    <a:tab pos="7679055" algn="l"/>
                    <a:tab pos="8190146" algn="l"/>
                    <a:tab pos="8702823" algn="l"/>
                    <a:tab pos="9215502" algn="l"/>
                    <a:tab pos="9726592" algn="l"/>
                    <a:tab pos="10239271" algn="l"/>
                    <a:tab pos="10750360" algn="l"/>
                    <a:tab pos="11263037" algn="l"/>
                    <a:tab pos="11775716" algn="l"/>
                    <a:tab pos="12286807" algn="l"/>
                    <a:tab pos="12799484" algn="l"/>
                    <a:tab pos="13310574" algn="l"/>
                    <a:tab pos="13821664" algn="l"/>
                    <a:tab pos="14335930" algn="l"/>
                    <a:tab pos="14847021" algn="l"/>
                    <a:tab pos="15358112" algn="l"/>
                    <a:tab pos="15870789" algn="l"/>
                    <a:tab pos="16381879" algn="l"/>
                  </a:tabLst>
                  <a:defRPr/>
                </a:pPr>
                <a:r>
                  <a:rPr lang="ko-KR" altLang="en-US" sz="1100" b="1" kern="0" spc="-40">
                    <a:ln>
                      <a:solidFill>
                        <a:srgbClr val="C7C4EA">
                          <a:alpha val="0"/>
                        </a:srgbClr>
                      </a:solidFill>
                    </a:ln>
                    <a:solidFill>
                      <a:srgbClr val="292929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데이터 정합성 검증 체계 구축하여</a:t>
                </a:r>
                <a:br>
                  <a:rPr lang="en-US" altLang="ko-KR" sz="1100" b="1" kern="0" spc="-40">
                    <a:ln>
                      <a:solidFill>
                        <a:srgbClr val="C7C4EA">
                          <a:alpha val="0"/>
                        </a:srgbClr>
                      </a:solidFill>
                    </a:ln>
                    <a:solidFill>
                      <a:srgbClr val="292929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</a:br>
                <a:r>
                  <a:rPr lang="ko-KR" altLang="en-US" sz="1100" b="1" kern="0" spc="-40">
                    <a:ln>
                      <a:solidFill>
                        <a:srgbClr val="C7C4EA">
                          <a:alpha val="0"/>
                        </a:srgbClr>
                      </a:solidFill>
                    </a:ln>
                    <a:solidFill>
                      <a:srgbClr val="292929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원천 데이터 불일치 사전 방지</a:t>
                </a:r>
                <a:endParaRPr lang="en-US" altLang="ko-KR" sz="1100" b="1" kern="0" spc="-40">
                  <a:ln>
                    <a:solidFill>
                      <a:srgbClr val="C7C4EA">
                        <a:alpha val="0"/>
                      </a:srgbClr>
                    </a:solidFill>
                  </a:ln>
                  <a:solidFill>
                    <a:srgbClr val="292929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  <a:p>
                <a:pPr marL="0" marR="0" lvl="1" indent="0" defTabSz="954887" eaLnBrk="0" fontAlgn="base" latinLnBrk="0" hangingPunct="0">
                  <a:lnSpc>
                    <a:spcPct val="12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rgbClr val="0C5298"/>
                  </a:buClr>
                  <a:buSzPct val="100000"/>
                  <a:buFont typeface="뫼비우스 Regular" panose="02000700060000000000" pitchFamily="2" charset="-127"/>
                  <a:buNone/>
                  <a:tabLst>
                    <a:tab pos="511090" algn="l"/>
                    <a:tab pos="1022181" algn="l"/>
                    <a:tab pos="1536448" algn="l"/>
                    <a:tab pos="2047536" algn="l"/>
                    <a:tab pos="2558627" algn="l"/>
                    <a:tab pos="3071306" algn="l"/>
                    <a:tab pos="3582394" algn="l"/>
                    <a:tab pos="4095073" algn="l"/>
                    <a:tab pos="4607751" algn="l"/>
                    <a:tab pos="5118842" algn="l"/>
                    <a:tab pos="5631518" algn="l"/>
                    <a:tab pos="6655289" algn="l"/>
                    <a:tab pos="7167965" algn="l"/>
                    <a:tab pos="7679055" algn="l"/>
                    <a:tab pos="8190146" algn="l"/>
                    <a:tab pos="8702823" algn="l"/>
                    <a:tab pos="9215502" algn="l"/>
                    <a:tab pos="9726592" algn="l"/>
                    <a:tab pos="10239271" algn="l"/>
                    <a:tab pos="10750360" algn="l"/>
                    <a:tab pos="11263037" algn="l"/>
                    <a:tab pos="11775716" algn="l"/>
                    <a:tab pos="12286807" algn="l"/>
                    <a:tab pos="12799484" algn="l"/>
                    <a:tab pos="13310574" algn="l"/>
                    <a:tab pos="13821664" algn="l"/>
                    <a:tab pos="14335930" algn="l"/>
                    <a:tab pos="14847021" algn="l"/>
                    <a:tab pos="15358112" algn="l"/>
                    <a:tab pos="15870789" algn="l"/>
                    <a:tab pos="16381879" algn="l"/>
                  </a:tabLst>
                  <a:defRPr/>
                </a:pPr>
                <a:r>
                  <a:rPr lang="ko-KR" altLang="en-US" sz="1100" b="1" kern="0" spc="-40">
                    <a:ln>
                      <a:solidFill>
                        <a:srgbClr val="C7C4EA">
                          <a:alpha val="0"/>
                        </a:srgbClr>
                      </a:solidFill>
                    </a:ln>
                    <a:solidFill>
                      <a:srgbClr val="292929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연계 구간별 모니터링 방안수립 및</a:t>
                </a:r>
                <a:br>
                  <a:rPr lang="en-US" altLang="ko-KR" sz="1100" b="1" kern="0" spc="-40">
                    <a:ln>
                      <a:solidFill>
                        <a:srgbClr val="C7C4EA">
                          <a:alpha val="0"/>
                        </a:srgbClr>
                      </a:solidFill>
                    </a:ln>
                    <a:solidFill>
                      <a:srgbClr val="292929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</a:br>
                <a:r>
                  <a:rPr lang="ko-KR" altLang="en-US" sz="1100" b="1" kern="0" spc="-40" err="1">
                    <a:ln>
                      <a:solidFill>
                        <a:srgbClr val="C7C4EA">
                          <a:alpha val="0"/>
                        </a:srgbClr>
                      </a:solidFill>
                    </a:ln>
                    <a:solidFill>
                      <a:srgbClr val="292929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오류건</a:t>
                </a:r>
                <a:r>
                  <a:rPr lang="ko-KR" altLang="en-US" sz="1100" b="1" kern="0" spc="-40">
                    <a:ln>
                      <a:solidFill>
                        <a:srgbClr val="C7C4EA">
                          <a:alpha val="0"/>
                        </a:srgbClr>
                      </a:solidFill>
                    </a:ln>
                    <a:solidFill>
                      <a:srgbClr val="292929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 </a:t>
                </a:r>
                <a:r>
                  <a:rPr lang="en-US" altLang="ko-KR" sz="1100" b="1" kern="0" spc="-40">
                    <a:ln>
                      <a:solidFill>
                        <a:srgbClr val="C7C4EA">
                          <a:alpha val="0"/>
                        </a:srgbClr>
                      </a:solidFill>
                    </a:ln>
                    <a:solidFill>
                      <a:srgbClr val="292929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Retry </a:t>
                </a:r>
                <a:r>
                  <a:rPr lang="ko-KR" altLang="en-US" sz="1100" b="1" kern="0" spc="-40">
                    <a:ln>
                      <a:solidFill>
                        <a:srgbClr val="C7C4EA">
                          <a:alpha val="0"/>
                        </a:srgbClr>
                      </a:solidFill>
                    </a:ln>
                    <a:solidFill>
                      <a:srgbClr val="292929"/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기능 개발</a:t>
                </a:r>
                <a:endParaRPr lang="en-US" altLang="ko-KR" sz="1100" b="1" kern="0" spc="-40">
                  <a:ln>
                    <a:solidFill>
                      <a:srgbClr val="C7C4EA">
                        <a:alpha val="0"/>
                      </a:srgbClr>
                    </a:solidFill>
                  </a:ln>
                  <a:solidFill>
                    <a:srgbClr val="292929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</p:grpSp>
        <p:grpSp>
          <p:nvGrpSpPr>
            <p:cNvPr id="61" name="그룹 60">
              <a:extLst>
                <a:ext uri="{FF2B5EF4-FFF2-40B4-BE49-F238E27FC236}">
                  <a16:creationId xmlns:a16="http://schemas.microsoft.com/office/drawing/2014/main" id="{E5A0E2F8-D50C-4517-1366-AA210DE0DEB3}"/>
                </a:ext>
              </a:extLst>
            </p:cNvPr>
            <p:cNvGrpSpPr/>
            <p:nvPr/>
          </p:nvGrpSpPr>
          <p:grpSpPr>
            <a:xfrm>
              <a:off x="1126328" y="5335862"/>
              <a:ext cx="124412" cy="837678"/>
              <a:chOff x="1126328" y="5335862"/>
              <a:chExt cx="124412" cy="837678"/>
            </a:xfrm>
          </p:grpSpPr>
          <p:sp>
            <p:nvSpPr>
              <p:cNvPr id="132" name="Freeform 11">
                <a:extLst>
                  <a:ext uri="{FF2B5EF4-FFF2-40B4-BE49-F238E27FC236}">
                    <a16:creationId xmlns:a16="http://schemas.microsoft.com/office/drawing/2014/main" id="{5316056B-F27E-4F6C-0156-5275153C7D7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126328" y="5335862"/>
                <a:ext cx="124412" cy="124331"/>
              </a:xfrm>
              <a:custGeom>
                <a:avLst/>
                <a:gdLst>
                  <a:gd name="T0" fmla="*/ 458 w 915"/>
                  <a:gd name="T1" fmla="*/ 0 h 915"/>
                  <a:gd name="T2" fmla="*/ 0 w 915"/>
                  <a:gd name="T3" fmla="*/ 458 h 915"/>
                  <a:gd name="T4" fmla="*/ 458 w 915"/>
                  <a:gd name="T5" fmla="*/ 915 h 915"/>
                  <a:gd name="T6" fmla="*/ 915 w 915"/>
                  <a:gd name="T7" fmla="*/ 458 h 915"/>
                  <a:gd name="T8" fmla="*/ 458 w 915"/>
                  <a:gd name="T9" fmla="*/ 0 h 915"/>
                  <a:gd name="T10" fmla="*/ 458 w 915"/>
                  <a:gd name="T11" fmla="*/ 830 h 915"/>
                  <a:gd name="T12" fmla="*/ 86 w 915"/>
                  <a:gd name="T13" fmla="*/ 458 h 915"/>
                  <a:gd name="T14" fmla="*/ 458 w 915"/>
                  <a:gd name="T15" fmla="*/ 86 h 915"/>
                  <a:gd name="T16" fmla="*/ 830 w 915"/>
                  <a:gd name="T17" fmla="*/ 458 h 915"/>
                  <a:gd name="T18" fmla="*/ 458 w 915"/>
                  <a:gd name="T19" fmla="*/ 830 h 915"/>
                  <a:gd name="T20" fmla="*/ 638 w 915"/>
                  <a:gd name="T21" fmla="*/ 263 h 915"/>
                  <a:gd name="T22" fmla="*/ 582 w 915"/>
                  <a:gd name="T23" fmla="*/ 278 h 915"/>
                  <a:gd name="T24" fmla="*/ 429 w 915"/>
                  <a:gd name="T25" fmla="*/ 554 h 915"/>
                  <a:gd name="T26" fmla="*/ 343 w 915"/>
                  <a:gd name="T27" fmla="*/ 450 h 915"/>
                  <a:gd name="T28" fmla="*/ 288 w 915"/>
                  <a:gd name="T29" fmla="*/ 435 h 915"/>
                  <a:gd name="T30" fmla="*/ 273 w 915"/>
                  <a:gd name="T31" fmla="*/ 492 h 915"/>
                  <a:gd name="T32" fmla="*/ 392 w 915"/>
                  <a:gd name="T33" fmla="*/ 637 h 915"/>
                  <a:gd name="T34" fmla="*/ 421 w 915"/>
                  <a:gd name="T35" fmla="*/ 657 h 915"/>
                  <a:gd name="T36" fmla="*/ 421 w 915"/>
                  <a:gd name="T37" fmla="*/ 658 h 915"/>
                  <a:gd name="T38" fmla="*/ 423 w 915"/>
                  <a:gd name="T39" fmla="*/ 658 h 915"/>
                  <a:gd name="T40" fmla="*/ 476 w 915"/>
                  <a:gd name="T41" fmla="*/ 637 h 915"/>
                  <a:gd name="T42" fmla="*/ 653 w 915"/>
                  <a:gd name="T43" fmla="*/ 321 h 915"/>
                  <a:gd name="T44" fmla="*/ 638 w 915"/>
                  <a:gd name="T45" fmla="*/ 263 h 915"/>
                  <a:gd name="T46" fmla="*/ 638 w 915"/>
                  <a:gd name="T47" fmla="*/ 263 h 915"/>
                  <a:gd name="T48" fmla="*/ 638 w 915"/>
                  <a:gd name="T49" fmla="*/ 263 h 9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915" h="915">
                    <a:moveTo>
                      <a:pt x="458" y="0"/>
                    </a:moveTo>
                    <a:cubicBezTo>
                      <a:pt x="205" y="0"/>
                      <a:pt x="0" y="205"/>
                      <a:pt x="0" y="458"/>
                    </a:cubicBezTo>
                    <a:cubicBezTo>
                      <a:pt x="0" y="710"/>
                      <a:pt x="205" y="915"/>
                      <a:pt x="458" y="915"/>
                    </a:cubicBezTo>
                    <a:cubicBezTo>
                      <a:pt x="710" y="915"/>
                      <a:pt x="915" y="710"/>
                      <a:pt x="915" y="458"/>
                    </a:cubicBezTo>
                    <a:cubicBezTo>
                      <a:pt x="915" y="205"/>
                      <a:pt x="710" y="0"/>
                      <a:pt x="458" y="0"/>
                    </a:cubicBezTo>
                    <a:close/>
                    <a:moveTo>
                      <a:pt x="458" y="830"/>
                    </a:moveTo>
                    <a:cubicBezTo>
                      <a:pt x="252" y="830"/>
                      <a:pt x="86" y="663"/>
                      <a:pt x="86" y="458"/>
                    </a:cubicBezTo>
                    <a:cubicBezTo>
                      <a:pt x="86" y="252"/>
                      <a:pt x="252" y="86"/>
                      <a:pt x="458" y="86"/>
                    </a:cubicBezTo>
                    <a:cubicBezTo>
                      <a:pt x="663" y="86"/>
                      <a:pt x="830" y="252"/>
                      <a:pt x="830" y="458"/>
                    </a:cubicBezTo>
                    <a:cubicBezTo>
                      <a:pt x="830" y="663"/>
                      <a:pt x="663" y="830"/>
                      <a:pt x="458" y="830"/>
                    </a:cubicBezTo>
                    <a:close/>
                    <a:moveTo>
                      <a:pt x="638" y="263"/>
                    </a:moveTo>
                    <a:cubicBezTo>
                      <a:pt x="618" y="251"/>
                      <a:pt x="593" y="258"/>
                      <a:pt x="582" y="278"/>
                    </a:cubicBezTo>
                    <a:cubicBezTo>
                      <a:pt x="429" y="554"/>
                      <a:pt x="429" y="554"/>
                      <a:pt x="429" y="554"/>
                    </a:cubicBezTo>
                    <a:cubicBezTo>
                      <a:pt x="343" y="450"/>
                      <a:pt x="343" y="450"/>
                      <a:pt x="343" y="450"/>
                    </a:cubicBezTo>
                    <a:cubicBezTo>
                      <a:pt x="328" y="432"/>
                      <a:pt x="307" y="423"/>
                      <a:pt x="288" y="435"/>
                    </a:cubicBezTo>
                    <a:cubicBezTo>
                      <a:pt x="268" y="446"/>
                      <a:pt x="260" y="474"/>
                      <a:pt x="273" y="492"/>
                    </a:cubicBezTo>
                    <a:cubicBezTo>
                      <a:pt x="392" y="637"/>
                      <a:pt x="392" y="637"/>
                      <a:pt x="392" y="637"/>
                    </a:cubicBezTo>
                    <a:cubicBezTo>
                      <a:pt x="401" y="649"/>
                      <a:pt x="411" y="655"/>
                      <a:pt x="421" y="657"/>
                    </a:cubicBezTo>
                    <a:cubicBezTo>
                      <a:pt x="421" y="658"/>
                      <a:pt x="421" y="658"/>
                      <a:pt x="421" y="658"/>
                    </a:cubicBezTo>
                    <a:cubicBezTo>
                      <a:pt x="423" y="658"/>
                      <a:pt x="423" y="658"/>
                      <a:pt x="423" y="658"/>
                    </a:cubicBezTo>
                    <a:cubicBezTo>
                      <a:pt x="425" y="658"/>
                      <a:pt x="461" y="665"/>
                      <a:pt x="476" y="637"/>
                    </a:cubicBezTo>
                    <a:cubicBezTo>
                      <a:pt x="653" y="321"/>
                      <a:pt x="653" y="321"/>
                      <a:pt x="653" y="321"/>
                    </a:cubicBezTo>
                    <a:cubicBezTo>
                      <a:pt x="664" y="300"/>
                      <a:pt x="657" y="275"/>
                      <a:pt x="638" y="263"/>
                    </a:cubicBezTo>
                    <a:close/>
                    <a:moveTo>
                      <a:pt x="638" y="263"/>
                    </a:moveTo>
                    <a:cubicBezTo>
                      <a:pt x="638" y="263"/>
                      <a:pt x="638" y="263"/>
                      <a:pt x="638" y="263"/>
                    </a:cubicBezTo>
                  </a:path>
                </a:pathLst>
              </a:custGeom>
              <a:solidFill>
                <a:srgbClr val="94A0A8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fontAlgn="base" latinLnBrk="0"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600">
                  <a:ln>
                    <a:solidFill>
                      <a:srgbClr val="BBBBBB">
                        <a:alpha val="0"/>
                      </a:srgbClr>
                    </a:solidFill>
                  </a:ln>
                  <a:solidFill>
                    <a:srgbClr val="292929"/>
                  </a:solidFill>
                  <a:latin typeface="KoPub돋움체 Medium" panose="02020603020101020101" pitchFamily="18" charset="-127"/>
                </a:endParaRPr>
              </a:p>
            </p:txBody>
          </p:sp>
          <p:sp>
            <p:nvSpPr>
              <p:cNvPr id="133" name="Freeform 11">
                <a:extLst>
                  <a:ext uri="{FF2B5EF4-FFF2-40B4-BE49-F238E27FC236}">
                    <a16:creationId xmlns:a16="http://schemas.microsoft.com/office/drawing/2014/main" id="{E91D6B38-69FE-0629-5098-CDCDC29AA1B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126328" y="6049209"/>
                <a:ext cx="124412" cy="124331"/>
              </a:xfrm>
              <a:custGeom>
                <a:avLst/>
                <a:gdLst>
                  <a:gd name="T0" fmla="*/ 458 w 915"/>
                  <a:gd name="T1" fmla="*/ 0 h 915"/>
                  <a:gd name="T2" fmla="*/ 0 w 915"/>
                  <a:gd name="T3" fmla="*/ 458 h 915"/>
                  <a:gd name="T4" fmla="*/ 458 w 915"/>
                  <a:gd name="T5" fmla="*/ 915 h 915"/>
                  <a:gd name="T6" fmla="*/ 915 w 915"/>
                  <a:gd name="T7" fmla="*/ 458 h 915"/>
                  <a:gd name="T8" fmla="*/ 458 w 915"/>
                  <a:gd name="T9" fmla="*/ 0 h 915"/>
                  <a:gd name="T10" fmla="*/ 458 w 915"/>
                  <a:gd name="T11" fmla="*/ 830 h 915"/>
                  <a:gd name="T12" fmla="*/ 86 w 915"/>
                  <a:gd name="T13" fmla="*/ 458 h 915"/>
                  <a:gd name="T14" fmla="*/ 458 w 915"/>
                  <a:gd name="T15" fmla="*/ 86 h 915"/>
                  <a:gd name="T16" fmla="*/ 830 w 915"/>
                  <a:gd name="T17" fmla="*/ 458 h 915"/>
                  <a:gd name="T18" fmla="*/ 458 w 915"/>
                  <a:gd name="T19" fmla="*/ 830 h 915"/>
                  <a:gd name="T20" fmla="*/ 638 w 915"/>
                  <a:gd name="T21" fmla="*/ 263 h 915"/>
                  <a:gd name="T22" fmla="*/ 582 w 915"/>
                  <a:gd name="T23" fmla="*/ 278 h 915"/>
                  <a:gd name="T24" fmla="*/ 429 w 915"/>
                  <a:gd name="T25" fmla="*/ 554 h 915"/>
                  <a:gd name="T26" fmla="*/ 343 w 915"/>
                  <a:gd name="T27" fmla="*/ 450 h 915"/>
                  <a:gd name="T28" fmla="*/ 288 w 915"/>
                  <a:gd name="T29" fmla="*/ 435 h 915"/>
                  <a:gd name="T30" fmla="*/ 273 w 915"/>
                  <a:gd name="T31" fmla="*/ 492 h 915"/>
                  <a:gd name="T32" fmla="*/ 392 w 915"/>
                  <a:gd name="T33" fmla="*/ 637 h 915"/>
                  <a:gd name="T34" fmla="*/ 421 w 915"/>
                  <a:gd name="T35" fmla="*/ 657 h 915"/>
                  <a:gd name="T36" fmla="*/ 421 w 915"/>
                  <a:gd name="T37" fmla="*/ 658 h 915"/>
                  <a:gd name="T38" fmla="*/ 423 w 915"/>
                  <a:gd name="T39" fmla="*/ 658 h 915"/>
                  <a:gd name="T40" fmla="*/ 476 w 915"/>
                  <a:gd name="T41" fmla="*/ 637 h 915"/>
                  <a:gd name="T42" fmla="*/ 653 w 915"/>
                  <a:gd name="T43" fmla="*/ 321 h 915"/>
                  <a:gd name="T44" fmla="*/ 638 w 915"/>
                  <a:gd name="T45" fmla="*/ 263 h 915"/>
                  <a:gd name="T46" fmla="*/ 638 w 915"/>
                  <a:gd name="T47" fmla="*/ 263 h 915"/>
                  <a:gd name="T48" fmla="*/ 638 w 915"/>
                  <a:gd name="T49" fmla="*/ 263 h 9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915" h="915">
                    <a:moveTo>
                      <a:pt x="458" y="0"/>
                    </a:moveTo>
                    <a:cubicBezTo>
                      <a:pt x="205" y="0"/>
                      <a:pt x="0" y="205"/>
                      <a:pt x="0" y="458"/>
                    </a:cubicBezTo>
                    <a:cubicBezTo>
                      <a:pt x="0" y="710"/>
                      <a:pt x="205" y="915"/>
                      <a:pt x="458" y="915"/>
                    </a:cubicBezTo>
                    <a:cubicBezTo>
                      <a:pt x="710" y="915"/>
                      <a:pt x="915" y="710"/>
                      <a:pt x="915" y="458"/>
                    </a:cubicBezTo>
                    <a:cubicBezTo>
                      <a:pt x="915" y="205"/>
                      <a:pt x="710" y="0"/>
                      <a:pt x="458" y="0"/>
                    </a:cubicBezTo>
                    <a:close/>
                    <a:moveTo>
                      <a:pt x="458" y="830"/>
                    </a:moveTo>
                    <a:cubicBezTo>
                      <a:pt x="252" y="830"/>
                      <a:pt x="86" y="663"/>
                      <a:pt x="86" y="458"/>
                    </a:cubicBezTo>
                    <a:cubicBezTo>
                      <a:pt x="86" y="252"/>
                      <a:pt x="252" y="86"/>
                      <a:pt x="458" y="86"/>
                    </a:cubicBezTo>
                    <a:cubicBezTo>
                      <a:pt x="663" y="86"/>
                      <a:pt x="830" y="252"/>
                      <a:pt x="830" y="458"/>
                    </a:cubicBezTo>
                    <a:cubicBezTo>
                      <a:pt x="830" y="663"/>
                      <a:pt x="663" y="830"/>
                      <a:pt x="458" y="830"/>
                    </a:cubicBezTo>
                    <a:close/>
                    <a:moveTo>
                      <a:pt x="638" y="263"/>
                    </a:moveTo>
                    <a:cubicBezTo>
                      <a:pt x="618" y="251"/>
                      <a:pt x="593" y="258"/>
                      <a:pt x="582" y="278"/>
                    </a:cubicBezTo>
                    <a:cubicBezTo>
                      <a:pt x="429" y="554"/>
                      <a:pt x="429" y="554"/>
                      <a:pt x="429" y="554"/>
                    </a:cubicBezTo>
                    <a:cubicBezTo>
                      <a:pt x="343" y="450"/>
                      <a:pt x="343" y="450"/>
                      <a:pt x="343" y="450"/>
                    </a:cubicBezTo>
                    <a:cubicBezTo>
                      <a:pt x="328" y="432"/>
                      <a:pt x="307" y="423"/>
                      <a:pt x="288" y="435"/>
                    </a:cubicBezTo>
                    <a:cubicBezTo>
                      <a:pt x="268" y="446"/>
                      <a:pt x="260" y="474"/>
                      <a:pt x="273" y="492"/>
                    </a:cubicBezTo>
                    <a:cubicBezTo>
                      <a:pt x="392" y="637"/>
                      <a:pt x="392" y="637"/>
                      <a:pt x="392" y="637"/>
                    </a:cubicBezTo>
                    <a:cubicBezTo>
                      <a:pt x="401" y="649"/>
                      <a:pt x="411" y="655"/>
                      <a:pt x="421" y="657"/>
                    </a:cubicBezTo>
                    <a:cubicBezTo>
                      <a:pt x="421" y="658"/>
                      <a:pt x="421" y="658"/>
                      <a:pt x="421" y="658"/>
                    </a:cubicBezTo>
                    <a:cubicBezTo>
                      <a:pt x="423" y="658"/>
                      <a:pt x="423" y="658"/>
                      <a:pt x="423" y="658"/>
                    </a:cubicBezTo>
                    <a:cubicBezTo>
                      <a:pt x="425" y="658"/>
                      <a:pt x="461" y="665"/>
                      <a:pt x="476" y="637"/>
                    </a:cubicBezTo>
                    <a:cubicBezTo>
                      <a:pt x="653" y="321"/>
                      <a:pt x="653" y="321"/>
                      <a:pt x="653" y="321"/>
                    </a:cubicBezTo>
                    <a:cubicBezTo>
                      <a:pt x="664" y="300"/>
                      <a:pt x="657" y="275"/>
                      <a:pt x="638" y="263"/>
                    </a:cubicBezTo>
                    <a:close/>
                    <a:moveTo>
                      <a:pt x="638" y="263"/>
                    </a:moveTo>
                    <a:cubicBezTo>
                      <a:pt x="638" y="263"/>
                      <a:pt x="638" y="263"/>
                      <a:pt x="638" y="263"/>
                    </a:cubicBezTo>
                  </a:path>
                </a:pathLst>
              </a:custGeom>
              <a:solidFill>
                <a:srgbClr val="94A0A8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fontAlgn="base" latinLnBrk="0"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600">
                  <a:ln>
                    <a:solidFill>
                      <a:srgbClr val="BBBBBB">
                        <a:alpha val="0"/>
                      </a:srgbClr>
                    </a:solidFill>
                  </a:ln>
                  <a:solidFill>
                    <a:srgbClr val="292929"/>
                  </a:solidFill>
                  <a:latin typeface="KoPub돋움체 Medium" panose="02020603020101020101" pitchFamily="18" charset="-127"/>
                </a:endParaRPr>
              </a:p>
            </p:txBody>
          </p:sp>
        </p:grpSp>
        <p:grpSp>
          <p:nvGrpSpPr>
            <p:cNvPr id="62" name="그룹 61">
              <a:extLst>
                <a:ext uri="{FF2B5EF4-FFF2-40B4-BE49-F238E27FC236}">
                  <a16:creationId xmlns:a16="http://schemas.microsoft.com/office/drawing/2014/main" id="{D10418B4-B071-DF68-23D1-267DCC91B8AF}"/>
                </a:ext>
              </a:extLst>
            </p:cNvPr>
            <p:cNvGrpSpPr/>
            <p:nvPr/>
          </p:nvGrpSpPr>
          <p:grpSpPr>
            <a:xfrm>
              <a:off x="4011642" y="5335862"/>
              <a:ext cx="133111" cy="974041"/>
              <a:chOff x="1117629" y="5335862"/>
              <a:chExt cx="133111" cy="974041"/>
            </a:xfrm>
          </p:grpSpPr>
          <p:sp>
            <p:nvSpPr>
              <p:cNvPr id="130" name="Freeform 11">
                <a:extLst>
                  <a:ext uri="{FF2B5EF4-FFF2-40B4-BE49-F238E27FC236}">
                    <a16:creationId xmlns:a16="http://schemas.microsoft.com/office/drawing/2014/main" id="{A5CB6CBE-1D25-1CFE-8229-82F2D4554D1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126328" y="5335862"/>
                <a:ext cx="124412" cy="124331"/>
              </a:xfrm>
              <a:custGeom>
                <a:avLst/>
                <a:gdLst>
                  <a:gd name="T0" fmla="*/ 458 w 915"/>
                  <a:gd name="T1" fmla="*/ 0 h 915"/>
                  <a:gd name="T2" fmla="*/ 0 w 915"/>
                  <a:gd name="T3" fmla="*/ 458 h 915"/>
                  <a:gd name="T4" fmla="*/ 458 w 915"/>
                  <a:gd name="T5" fmla="*/ 915 h 915"/>
                  <a:gd name="T6" fmla="*/ 915 w 915"/>
                  <a:gd name="T7" fmla="*/ 458 h 915"/>
                  <a:gd name="T8" fmla="*/ 458 w 915"/>
                  <a:gd name="T9" fmla="*/ 0 h 915"/>
                  <a:gd name="T10" fmla="*/ 458 w 915"/>
                  <a:gd name="T11" fmla="*/ 830 h 915"/>
                  <a:gd name="T12" fmla="*/ 86 w 915"/>
                  <a:gd name="T13" fmla="*/ 458 h 915"/>
                  <a:gd name="T14" fmla="*/ 458 w 915"/>
                  <a:gd name="T15" fmla="*/ 86 h 915"/>
                  <a:gd name="T16" fmla="*/ 830 w 915"/>
                  <a:gd name="T17" fmla="*/ 458 h 915"/>
                  <a:gd name="T18" fmla="*/ 458 w 915"/>
                  <a:gd name="T19" fmla="*/ 830 h 915"/>
                  <a:gd name="T20" fmla="*/ 638 w 915"/>
                  <a:gd name="T21" fmla="*/ 263 h 915"/>
                  <a:gd name="T22" fmla="*/ 582 w 915"/>
                  <a:gd name="T23" fmla="*/ 278 h 915"/>
                  <a:gd name="T24" fmla="*/ 429 w 915"/>
                  <a:gd name="T25" fmla="*/ 554 h 915"/>
                  <a:gd name="T26" fmla="*/ 343 w 915"/>
                  <a:gd name="T27" fmla="*/ 450 h 915"/>
                  <a:gd name="T28" fmla="*/ 288 w 915"/>
                  <a:gd name="T29" fmla="*/ 435 h 915"/>
                  <a:gd name="T30" fmla="*/ 273 w 915"/>
                  <a:gd name="T31" fmla="*/ 492 h 915"/>
                  <a:gd name="T32" fmla="*/ 392 w 915"/>
                  <a:gd name="T33" fmla="*/ 637 h 915"/>
                  <a:gd name="T34" fmla="*/ 421 w 915"/>
                  <a:gd name="T35" fmla="*/ 657 h 915"/>
                  <a:gd name="T36" fmla="*/ 421 w 915"/>
                  <a:gd name="T37" fmla="*/ 658 h 915"/>
                  <a:gd name="T38" fmla="*/ 423 w 915"/>
                  <a:gd name="T39" fmla="*/ 658 h 915"/>
                  <a:gd name="T40" fmla="*/ 476 w 915"/>
                  <a:gd name="T41" fmla="*/ 637 h 915"/>
                  <a:gd name="T42" fmla="*/ 653 w 915"/>
                  <a:gd name="T43" fmla="*/ 321 h 915"/>
                  <a:gd name="T44" fmla="*/ 638 w 915"/>
                  <a:gd name="T45" fmla="*/ 263 h 915"/>
                  <a:gd name="T46" fmla="*/ 638 w 915"/>
                  <a:gd name="T47" fmla="*/ 263 h 915"/>
                  <a:gd name="T48" fmla="*/ 638 w 915"/>
                  <a:gd name="T49" fmla="*/ 263 h 9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915" h="915">
                    <a:moveTo>
                      <a:pt x="458" y="0"/>
                    </a:moveTo>
                    <a:cubicBezTo>
                      <a:pt x="205" y="0"/>
                      <a:pt x="0" y="205"/>
                      <a:pt x="0" y="458"/>
                    </a:cubicBezTo>
                    <a:cubicBezTo>
                      <a:pt x="0" y="710"/>
                      <a:pt x="205" y="915"/>
                      <a:pt x="458" y="915"/>
                    </a:cubicBezTo>
                    <a:cubicBezTo>
                      <a:pt x="710" y="915"/>
                      <a:pt x="915" y="710"/>
                      <a:pt x="915" y="458"/>
                    </a:cubicBezTo>
                    <a:cubicBezTo>
                      <a:pt x="915" y="205"/>
                      <a:pt x="710" y="0"/>
                      <a:pt x="458" y="0"/>
                    </a:cubicBezTo>
                    <a:close/>
                    <a:moveTo>
                      <a:pt x="458" y="830"/>
                    </a:moveTo>
                    <a:cubicBezTo>
                      <a:pt x="252" y="830"/>
                      <a:pt x="86" y="663"/>
                      <a:pt x="86" y="458"/>
                    </a:cubicBezTo>
                    <a:cubicBezTo>
                      <a:pt x="86" y="252"/>
                      <a:pt x="252" y="86"/>
                      <a:pt x="458" y="86"/>
                    </a:cubicBezTo>
                    <a:cubicBezTo>
                      <a:pt x="663" y="86"/>
                      <a:pt x="830" y="252"/>
                      <a:pt x="830" y="458"/>
                    </a:cubicBezTo>
                    <a:cubicBezTo>
                      <a:pt x="830" y="663"/>
                      <a:pt x="663" y="830"/>
                      <a:pt x="458" y="830"/>
                    </a:cubicBezTo>
                    <a:close/>
                    <a:moveTo>
                      <a:pt x="638" y="263"/>
                    </a:moveTo>
                    <a:cubicBezTo>
                      <a:pt x="618" y="251"/>
                      <a:pt x="593" y="258"/>
                      <a:pt x="582" y="278"/>
                    </a:cubicBezTo>
                    <a:cubicBezTo>
                      <a:pt x="429" y="554"/>
                      <a:pt x="429" y="554"/>
                      <a:pt x="429" y="554"/>
                    </a:cubicBezTo>
                    <a:cubicBezTo>
                      <a:pt x="343" y="450"/>
                      <a:pt x="343" y="450"/>
                      <a:pt x="343" y="450"/>
                    </a:cubicBezTo>
                    <a:cubicBezTo>
                      <a:pt x="328" y="432"/>
                      <a:pt x="307" y="423"/>
                      <a:pt x="288" y="435"/>
                    </a:cubicBezTo>
                    <a:cubicBezTo>
                      <a:pt x="268" y="446"/>
                      <a:pt x="260" y="474"/>
                      <a:pt x="273" y="492"/>
                    </a:cubicBezTo>
                    <a:cubicBezTo>
                      <a:pt x="392" y="637"/>
                      <a:pt x="392" y="637"/>
                      <a:pt x="392" y="637"/>
                    </a:cubicBezTo>
                    <a:cubicBezTo>
                      <a:pt x="401" y="649"/>
                      <a:pt x="411" y="655"/>
                      <a:pt x="421" y="657"/>
                    </a:cubicBezTo>
                    <a:cubicBezTo>
                      <a:pt x="421" y="658"/>
                      <a:pt x="421" y="658"/>
                      <a:pt x="421" y="658"/>
                    </a:cubicBezTo>
                    <a:cubicBezTo>
                      <a:pt x="423" y="658"/>
                      <a:pt x="423" y="658"/>
                      <a:pt x="423" y="658"/>
                    </a:cubicBezTo>
                    <a:cubicBezTo>
                      <a:pt x="425" y="658"/>
                      <a:pt x="461" y="665"/>
                      <a:pt x="476" y="637"/>
                    </a:cubicBezTo>
                    <a:cubicBezTo>
                      <a:pt x="653" y="321"/>
                      <a:pt x="653" y="321"/>
                      <a:pt x="653" y="321"/>
                    </a:cubicBezTo>
                    <a:cubicBezTo>
                      <a:pt x="664" y="300"/>
                      <a:pt x="657" y="275"/>
                      <a:pt x="638" y="263"/>
                    </a:cubicBezTo>
                    <a:close/>
                    <a:moveTo>
                      <a:pt x="638" y="263"/>
                    </a:moveTo>
                    <a:cubicBezTo>
                      <a:pt x="638" y="263"/>
                      <a:pt x="638" y="263"/>
                      <a:pt x="638" y="263"/>
                    </a:cubicBezTo>
                  </a:path>
                </a:pathLst>
              </a:custGeom>
              <a:solidFill>
                <a:srgbClr val="94A0A8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fontAlgn="base" latinLnBrk="0"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600">
                  <a:ln>
                    <a:solidFill>
                      <a:srgbClr val="BBBBBB">
                        <a:alpha val="0"/>
                      </a:srgbClr>
                    </a:solidFill>
                  </a:ln>
                  <a:solidFill>
                    <a:srgbClr val="292929"/>
                  </a:solidFill>
                  <a:latin typeface="KoPub돋움체 Medium" panose="02020603020101020101" pitchFamily="18" charset="-127"/>
                </a:endParaRPr>
              </a:p>
            </p:txBody>
          </p:sp>
          <p:sp>
            <p:nvSpPr>
              <p:cNvPr id="131" name="Freeform 11">
                <a:extLst>
                  <a:ext uri="{FF2B5EF4-FFF2-40B4-BE49-F238E27FC236}">
                    <a16:creationId xmlns:a16="http://schemas.microsoft.com/office/drawing/2014/main" id="{9CDAEB58-414E-B780-5698-CA889FF1691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117629" y="6185572"/>
                <a:ext cx="124412" cy="124331"/>
              </a:xfrm>
              <a:custGeom>
                <a:avLst/>
                <a:gdLst>
                  <a:gd name="T0" fmla="*/ 458 w 915"/>
                  <a:gd name="T1" fmla="*/ 0 h 915"/>
                  <a:gd name="T2" fmla="*/ 0 w 915"/>
                  <a:gd name="T3" fmla="*/ 458 h 915"/>
                  <a:gd name="T4" fmla="*/ 458 w 915"/>
                  <a:gd name="T5" fmla="*/ 915 h 915"/>
                  <a:gd name="T6" fmla="*/ 915 w 915"/>
                  <a:gd name="T7" fmla="*/ 458 h 915"/>
                  <a:gd name="T8" fmla="*/ 458 w 915"/>
                  <a:gd name="T9" fmla="*/ 0 h 915"/>
                  <a:gd name="T10" fmla="*/ 458 w 915"/>
                  <a:gd name="T11" fmla="*/ 830 h 915"/>
                  <a:gd name="T12" fmla="*/ 86 w 915"/>
                  <a:gd name="T13" fmla="*/ 458 h 915"/>
                  <a:gd name="T14" fmla="*/ 458 w 915"/>
                  <a:gd name="T15" fmla="*/ 86 h 915"/>
                  <a:gd name="T16" fmla="*/ 830 w 915"/>
                  <a:gd name="T17" fmla="*/ 458 h 915"/>
                  <a:gd name="T18" fmla="*/ 458 w 915"/>
                  <a:gd name="T19" fmla="*/ 830 h 915"/>
                  <a:gd name="T20" fmla="*/ 638 w 915"/>
                  <a:gd name="T21" fmla="*/ 263 h 915"/>
                  <a:gd name="T22" fmla="*/ 582 w 915"/>
                  <a:gd name="T23" fmla="*/ 278 h 915"/>
                  <a:gd name="T24" fmla="*/ 429 w 915"/>
                  <a:gd name="T25" fmla="*/ 554 h 915"/>
                  <a:gd name="T26" fmla="*/ 343 w 915"/>
                  <a:gd name="T27" fmla="*/ 450 h 915"/>
                  <a:gd name="T28" fmla="*/ 288 w 915"/>
                  <a:gd name="T29" fmla="*/ 435 h 915"/>
                  <a:gd name="T30" fmla="*/ 273 w 915"/>
                  <a:gd name="T31" fmla="*/ 492 h 915"/>
                  <a:gd name="T32" fmla="*/ 392 w 915"/>
                  <a:gd name="T33" fmla="*/ 637 h 915"/>
                  <a:gd name="T34" fmla="*/ 421 w 915"/>
                  <a:gd name="T35" fmla="*/ 657 h 915"/>
                  <a:gd name="T36" fmla="*/ 421 w 915"/>
                  <a:gd name="T37" fmla="*/ 658 h 915"/>
                  <a:gd name="T38" fmla="*/ 423 w 915"/>
                  <a:gd name="T39" fmla="*/ 658 h 915"/>
                  <a:gd name="T40" fmla="*/ 476 w 915"/>
                  <a:gd name="T41" fmla="*/ 637 h 915"/>
                  <a:gd name="T42" fmla="*/ 653 w 915"/>
                  <a:gd name="T43" fmla="*/ 321 h 915"/>
                  <a:gd name="T44" fmla="*/ 638 w 915"/>
                  <a:gd name="T45" fmla="*/ 263 h 915"/>
                  <a:gd name="T46" fmla="*/ 638 w 915"/>
                  <a:gd name="T47" fmla="*/ 263 h 915"/>
                  <a:gd name="T48" fmla="*/ 638 w 915"/>
                  <a:gd name="T49" fmla="*/ 263 h 9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915" h="915">
                    <a:moveTo>
                      <a:pt x="458" y="0"/>
                    </a:moveTo>
                    <a:cubicBezTo>
                      <a:pt x="205" y="0"/>
                      <a:pt x="0" y="205"/>
                      <a:pt x="0" y="458"/>
                    </a:cubicBezTo>
                    <a:cubicBezTo>
                      <a:pt x="0" y="710"/>
                      <a:pt x="205" y="915"/>
                      <a:pt x="458" y="915"/>
                    </a:cubicBezTo>
                    <a:cubicBezTo>
                      <a:pt x="710" y="915"/>
                      <a:pt x="915" y="710"/>
                      <a:pt x="915" y="458"/>
                    </a:cubicBezTo>
                    <a:cubicBezTo>
                      <a:pt x="915" y="205"/>
                      <a:pt x="710" y="0"/>
                      <a:pt x="458" y="0"/>
                    </a:cubicBezTo>
                    <a:close/>
                    <a:moveTo>
                      <a:pt x="458" y="830"/>
                    </a:moveTo>
                    <a:cubicBezTo>
                      <a:pt x="252" y="830"/>
                      <a:pt x="86" y="663"/>
                      <a:pt x="86" y="458"/>
                    </a:cubicBezTo>
                    <a:cubicBezTo>
                      <a:pt x="86" y="252"/>
                      <a:pt x="252" y="86"/>
                      <a:pt x="458" y="86"/>
                    </a:cubicBezTo>
                    <a:cubicBezTo>
                      <a:pt x="663" y="86"/>
                      <a:pt x="830" y="252"/>
                      <a:pt x="830" y="458"/>
                    </a:cubicBezTo>
                    <a:cubicBezTo>
                      <a:pt x="830" y="663"/>
                      <a:pt x="663" y="830"/>
                      <a:pt x="458" y="830"/>
                    </a:cubicBezTo>
                    <a:close/>
                    <a:moveTo>
                      <a:pt x="638" y="263"/>
                    </a:moveTo>
                    <a:cubicBezTo>
                      <a:pt x="618" y="251"/>
                      <a:pt x="593" y="258"/>
                      <a:pt x="582" y="278"/>
                    </a:cubicBezTo>
                    <a:cubicBezTo>
                      <a:pt x="429" y="554"/>
                      <a:pt x="429" y="554"/>
                      <a:pt x="429" y="554"/>
                    </a:cubicBezTo>
                    <a:cubicBezTo>
                      <a:pt x="343" y="450"/>
                      <a:pt x="343" y="450"/>
                      <a:pt x="343" y="450"/>
                    </a:cubicBezTo>
                    <a:cubicBezTo>
                      <a:pt x="328" y="432"/>
                      <a:pt x="307" y="423"/>
                      <a:pt x="288" y="435"/>
                    </a:cubicBezTo>
                    <a:cubicBezTo>
                      <a:pt x="268" y="446"/>
                      <a:pt x="260" y="474"/>
                      <a:pt x="273" y="492"/>
                    </a:cubicBezTo>
                    <a:cubicBezTo>
                      <a:pt x="392" y="637"/>
                      <a:pt x="392" y="637"/>
                      <a:pt x="392" y="637"/>
                    </a:cubicBezTo>
                    <a:cubicBezTo>
                      <a:pt x="401" y="649"/>
                      <a:pt x="411" y="655"/>
                      <a:pt x="421" y="657"/>
                    </a:cubicBezTo>
                    <a:cubicBezTo>
                      <a:pt x="421" y="658"/>
                      <a:pt x="421" y="658"/>
                      <a:pt x="421" y="658"/>
                    </a:cubicBezTo>
                    <a:cubicBezTo>
                      <a:pt x="423" y="658"/>
                      <a:pt x="423" y="658"/>
                      <a:pt x="423" y="658"/>
                    </a:cubicBezTo>
                    <a:cubicBezTo>
                      <a:pt x="425" y="658"/>
                      <a:pt x="461" y="665"/>
                      <a:pt x="476" y="637"/>
                    </a:cubicBezTo>
                    <a:cubicBezTo>
                      <a:pt x="653" y="321"/>
                      <a:pt x="653" y="321"/>
                      <a:pt x="653" y="321"/>
                    </a:cubicBezTo>
                    <a:cubicBezTo>
                      <a:pt x="664" y="300"/>
                      <a:pt x="657" y="275"/>
                      <a:pt x="638" y="263"/>
                    </a:cubicBezTo>
                    <a:close/>
                    <a:moveTo>
                      <a:pt x="638" y="263"/>
                    </a:moveTo>
                    <a:cubicBezTo>
                      <a:pt x="638" y="263"/>
                      <a:pt x="638" y="263"/>
                      <a:pt x="638" y="263"/>
                    </a:cubicBezTo>
                  </a:path>
                </a:pathLst>
              </a:custGeom>
              <a:solidFill>
                <a:srgbClr val="94A0A8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fontAlgn="base" latinLnBrk="0"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600">
                  <a:ln>
                    <a:solidFill>
                      <a:srgbClr val="BBBBBB">
                        <a:alpha val="0"/>
                      </a:srgbClr>
                    </a:solidFill>
                  </a:ln>
                  <a:solidFill>
                    <a:srgbClr val="292929"/>
                  </a:solidFill>
                  <a:latin typeface="KoPub돋움체 Medium" panose="02020603020101020101" pitchFamily="18" charset="-127"/>
                </a:endParaRPr>
              </a:p>
            </p:txBody>
          </p:sp>
        </p:grpSp>
        <p:grpSp>
          <p:nvGrpSpPr>
            <p:cNvPr id="63" name="그룹 62">
              <a:extLst>
                <a:ext uri="{FF2B5EF4-FFF2-40B4-BE49-F238E27FC236}">
                  <a16:creationId xmlns:a16="http://schemas.microsoft.com/office/drawing/2014/main" id="{589429E8-0293-F846-7803-F2BF8D692E7B}"/>
                </a:ext>
              </a:extLst>
            </p:cNvPr>
            <p:cNvGrpSpPr/>
            <p:nvPr/>
          </p:nvGrpSpPr>
          <p:grpSpPr>
            <a:xfrm>
              <a:off x="6916894" y="5335862"/>
              <a:ext cx="124412" cy="633918"/>
              <a:chOff x="1126328" y="5335862"/>
              <a:chExt cx="124412" cy="633918"/>
            </a:xfrm>
          </p:grpSpPr>
          <p:sp>
            <p:nvSpPr>
              <p:cNvPr id="128" name="Freeform 11">
                <a:extLst>
                  <a:ext uri="{FF2B5EF4-FFF2-40B4-BE49-F238E27FC236}">
                    <a16:creationId xmlns:a16="http://schemas.microsoft.com/office/drawing/2014/main" id="{2D22943F-6F11-DDA2-80A3-5BABCDA39E1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126328" y="5335862"/>
                <a:ext cx="124412" cy="124331"/>
              </a:xfrm>
              <a:custGeom>
                <a:avLst/>
                <a:gdLst>
                  <a:gd name="T0" fmla="*/ 458 w 915"/>
                  <a:gd name="T1" fmla="*/ 0 h 915"/>
                  <a:gd name="T2" fmla="*/ 0 w 915"/>
                  <a:gd name="T3" fmla="*/ 458 h 915"/>
                  <a:gd name="T4" fmla="*/ 458 w 915"/>
                  <a:gd name="T5" fmla="*/ 915 h 915"/>
                  <a:gd name="T6" fmla="*/ 915 w 915"/>
                  <a:gd name="T7" fmla="*/ 458 h 915"/>
                  <a:gd name="T8" fmla="*/ 458 w 915"/>
                  <a:gd name="T9" fmla="*/ 0 h 915"/>
                  <a:gd name="T10" fmla="*/ 458 w 915"/>
                  <a:gd name="T11" fmla="*/ 830 h 915"/>
                  <a:gd name="T12" fmla="*/ 86 w 915"/>
                  <a:gd name="T13" fmla="*/ 458 h 915"/>
                  <a:gd name="T14" fmla="*/ 458 w 915"/>
                  <a:gd name="T15" fmla="*/ 86 h 915"/>
                  <a:gd name="T16" fmla="*/ 830 w 915"/>
                  <a:gd name="T17" fmla="*/ 458 h 915"/>
                  <a:gd name="T18" fmla="*/ 458 w 915"/>
                  <a:gd name="T19" fmla="*/ 830 h 915"/>
                  <a:gd name="T20" fmla="*/ 638 w 915"/>
                  <a:gd name="T21" fmla="*/ 263 h 915"/>
                  <a:gd name="T22" fmla="*/ 582 w 915"/>
                  <a:gd name="T23" fmla="*/ 278 h 915"/>
                  <a:gd name="T24" fmla="*/ 429 w 915"/>
                  <a:gd name="T25" fmla="*/ 554 h 915"/>
                  <a:gd name="T26" fmla="*/ 343 w 915"/>
                  <a:gd name="T27" fmla="*/ 450 h 915"/>
                  <a:gd name="T28" fmla="*/ 288 w 915"/>
                  <a:gd name="T29" fmla="*/ 435 h 915"/>
                  <a:gd name="T30" fmla="*/ 273 w 915"/>
                  <a:gd name="T31" fmla="*/ 492 h 915"/>
                  <a:gd name="T32" fmla="*/ 392 w 915"/>
                  <a:gd name="T33" fmla="*/ 637 h 915"/>
                  <a:gd name="T34" fmla="*/ 421 w 915"/>
                  <a:gd name="T35" fmla="*/ 657 h 915"/>
                  <a:gd name="T36" fmla="*/ 421 w 915"/>
                  <a:gd name="T37" fmla="*/ 658 h 915"/>
                  <a:gd name="T38" fmla="*/ 423 w 915"/>
                  <a:gd name="T39" fmla="*/ 658 h 915"/>
                  <a:gd name="T40" fmla="*/ 476 w 915"/>
                  <a:gd name="T41" fmla="*/ 637 h 915"/>
                  <a:gd name="T42" fmla="*/ 653 w 915"/>
                  <a:gd name="T43" fmla="*/ 321 h 915"/>
                  <a:gd name="T44" fmla="*/ 638 w 915"/>
                  <a:gd name="T45" fmla="*/ 263 h 915"/>
                  <a:gd name="T46" fmla="*/ 638 w 915"/>
                  <a:gd name="T47" fmla="*/ 263 h 915"/>
                  <a:gd name="T48" fmla="*/ 638 w 915"/>
                  <a:gd name="T49" fmla="*/ 263 h 9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915" h="915">
                    <a:moveTo>
                      <a:pt x="458" y="0"/>
                    </a:moveTo>
                    <a:cubicBezTo>
                      <a:pt x="205" y="0"/>
                      <a:pt x="0" y="205"/>
                      <a:pt x="0" y="458"/>
                    </a:cubicBezTo>
                    <a:cubicBezTo>
                      <a:pt x="0" y="710"/>
                      <a:pt x="205" y="915"/>
                      <a:pt x="458" y="915"/>
                    </a:cubicBezTo>
                    <a:cubicBezTo>
                      <a:pt x="710" y="915"/>
                      <a:pt x="915" y="710"/>
                      <a:pt x="915" y="458"/>
                    </a:cubicBezTo>
                    <a:cubicBezTo>
                      <a:pt x="915" y="205"/>
                      <a:pt x="710" y="0"/>
                      <a:pt x="458" y="0"/>
                    </a:cubicBezTo>
                    <a:close/>
                    <a:moveTo>
                      <a:pt x="458" y="830"/>
                    </a:moveTo>
                    <a:cubicBezTo>
                      <a:pt x="252" y="830"/>
                      <a:pt x="86" y="663"/>
                      <a:pt x="86" y="458"/>
                    </a:cubicBezTo>
                    <a:cubicBezTo>
                      <a:pt x="86" y="252"/>
                      <a:pt x="252" y="86"/>
                      <a:pt x="458" y="86"/>
                    </a:cubicBezTo>
                    <a:cubicBezTo>
                      <a:pt x="663" y="86"/>
                      <a:pt x="830" y="252"/>
                      <a:pt x="830" y="458"/>
                    </a:cubicBezTo>
                    <a:cubicBezTo>
                      <a:pt x="830" y="663"/>
                      <a:pt x="663" y="830"/>
                      <a:pt x="458" y="830"/>
                    </a:cubicBezTo>
                    <a:close/>
                    <a:moveTo>
                      <a:pt x="638" y="263"/>
                    </a:moveTo>
                    <a:cubicBezTo>
                      <a:pt x="618" y="251"/>
                      <a:pt x="593" y="258"/>
                      <a:pt x="582" y="278"/>
                    </a:cubicBezTo>
                    <a:cubicBezTo>
                      <a:pt x="429" y="554"/>
                      <a:pt x="429" y="554"/>
                      <a:pt x="429" y="554"/>
                    </a:cubicBezTo>
                    <a:cubicBezTo>
                      <a:pt x="343" y="450"/>
                      <a:pt x="343" y="450"/>
                      <a:pt x="343" y="450"/>
                    </a:cubicBezTo>
                    <a:cubicBezTo>
                      <a:pt x="328" y="432"/>
                      <a:pt x="307" y="423"/>
                      <a:pt x="288" y="435"/>
                    </a:cubicBezTo>
                    <a:cubicBezTo>
                      <a:pt x="268" y="446"/>
                      <a:pt x="260" y="474"/>
                      <a:pt x="273" y="492"/>
                    </a:cubicBezTo>
                    <a:cubicBezTo>
                      <a:pt x="392" y="637"/>
                      <a:pt x="392" y="637"/>
                      <a:pt x="392" y="637"/>
                    </a:cubicBezTo>
                    <a:cubicBezTo>
                      <a:pt x="401" y="649"/>
                      <a:pt x="411" y="655"/>
                      <a:pt x="421" y="657"/>
                    </a:cubicBezTo>
                    <a:cubicBezTo>
                      <a:pt x="421" y="658"/>
                      <a:pt x="421" y="658"/>
                      <a:pt x="421" y="658"/>
                    </a:cubicBezTo>
                    <a:cubicBezTo>
                      <a:pt x="423" y="658"/>
                      <a:pt x="423" y="658"/>
                      <a:pt x="423" y="658"/>
                    </a:cubicBezTo>
                    <a:cubicBezTo>
                      <a:pt x="425" y="658"/>
                      <a:pt x="461" y="665"/>
                      <a:pt x="476" y="637"/>
                    </a:cubicBezTo>
                    <a:cubicBezTo>
                      <a:pt x="653" y="321"/>
                      <a:pt x="653" y="321"/>
                      <a:pt x="653" y="321"/>
                    </a:cubicBezTo>
                    <a:cubicBezTo>
                      <a:pt x="664" y="300"/>
                      <a:pt x="657" y="275"/>
                      <a:pt x="638" y="263"/>
                    </a:cubicBezTo>
                    <a:close/>
                    <a:moveTo>
                      <a:pt x="638" y="263"/>
                    </a:moveTo>
                    <a:cubicBezTo>
                      <a:pt x="638" y="263"/>
                      <a:pt x="638" y="263"/>
                      <a:pt x="638" y="263"/>
                    </a:cubicBezTo>
                  </a:path>
                </a:pathLst>
              </a:custGeom>
              <a:solidFill>
                <a:srgbClr val="94A0A8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fontAlgn="base" latinLnBrk="0"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600">
                  <a:ln>
                    <a:solidFill>
                      <a:srgbClr val="BBBBBB">
                        <a:alpha val="0"/>
                      </a:srgbClr>
                    </a:solidFill>
                  </a:ln>
                  <a:solidFill>
                    <a:srgbClr val="292929"/>
                  </a:solidFill>
                  <a:latin typeface="KoPub돋움체 Medium" panose="02020603020101020101" pitchFamily="18" charset="-127"/>
                </a:endParaRPr>
              </a:p>
            </p:txBody>
          </p:sp>
          <p:sp>
            <p:nvSpPr>
              <p:cNvPr id="129" name="Freeform 11">
                <a:extLst>
                  <a:ext uri="{FF2B5EF4-FFF2-40B4-BE49-F238E27FC236}">
                    <a16:creationId xmlns:a16="http://schemas.microsoft.com/office/drawing/2014/main" id="{5256FF23-5E84-A0D8-03D1-36E835CAD59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126328" y="5845449"/>
                <a:ext cx="124412" cy="124331"/>
              </a:xfrm>
              <a:custGeom>
                <a:avLst/>
                <a:gdLst>
                  <a:gd name="T0" fmla="*/ 458 w 915"/>
                  <a:gd name="T1" fmla="*/ 0 h 915"/>
                  <a:gd name="T2" fmla="*/ 0 w 915"/>
                  <a:gd name="T3" fmla="*/ 458 h 915"/>
                  <a:gd name="T4" fmla="*/ 458 w 915"/>
                  <a:gd name="T5" fmla="*/ 915 h 915"/>
                  <a:gd name="T6" fmla="*/ 915 w 915"/>
                  <a:gd name="T7" fmla="*/ 458 h 915"/>
                  <a:gd name="T8" fmla="*/ 458 w 915"/>
                  <a:gd name="T9" fmla="*/ 0 h 915"/>
                  <a:gd name="T10" fmla="*/ 458 w 915"/>
                  <a:gd name="T11" fmla="*/ 830 h 915"/>
                  <a:gd name="T12" fmla="*/ 86 w 915"/>
                  <a:gd name="T13" fmla="*/ 458 h 915"/>
                  <a:gd name="T14" fmla="*/ 458 w 915"/>
                  <a:gd name="T15" fmla="*/ 86 h 915"/>
                  <a:gd name="T16" fmla="*/ 830 w 915"/>
                  <a:gd name="T17" fmla="*/ 458 h 915"/>
                  <a:gd name="T18" fmla="*/ 458 w 915"/>
                  <a:gd name="T19" fmla="*/ 830 h 915"/>
                  <a:gd name="T20" fmla="*/ 638 w 915"/>
                  <a:gd name="T21" fmla="*/ 263 h 915"/>
                  <a:gd name="T22" fmla="*/ 582 w 915"/>
                  <a:gd name="T23" fmla="*/ 278 h 915"/>
                  <a:gd name="T24" fmla="*/ 429 w 915"/>
                  <a:gd name="T25" fmla="*/ 554 h 915"/>
                  <a:gd name="T26" fmla="*/ 343 w 915"/>
                  <a:gd name="T27" fmla="*/ 450 h 915"/>
                  <a:gd name="T28" fmla="*/ 288 w 915"/>
                  <a:gd name="T29" fmla="*/ 435 h 915"/>
                  <a:gd name="T30" fmla="*/ 273 w 915"/>
                  <a:gd name="T31" fmla="*/ 492 h 915"/>
                  <a:gd name="T32" fmla="*/ 392 w 915"/>
                  <a:gd name="T33" fmla="*/ 637 h 915"/>
                  <a:gd name="T34" fmla="*/ 421 w 915"/>
                  <a:gd name="T35" fmla="*/ 657 h 915"/>
                  <a:gd name="T36" fmla="*/ 421 w 915"/>
                  <a:gd name="T37" fmla="*/ 658 h 915"/>
                  <a:gd name="T38" fmla="*/ 423 w 915"/>
                  <a:gd name="T39" fmla="*/ 658 h 915"/>
                  <a:gd name="T40" fmla="*/ 476 w 915"/>
                  <a:gd name="T41" fmla="*/ 637 h 915"/>
                  <a:gd name="T42" fmla="*/ 653 w 915"/>
                  <a:gd name="T43" fmla="*/ 321 h 915"/>
                  <a:gd name="T44" fmla="*/ 638 w 915"/>
                  <a:gd name="T45" fmla="*/ 263 h 915"/>
                  <a:gd name="T46" fmla="*/ 638 w 915"/>
                  <a:gd name="T47" fmla="*/ 263 h 915"/>
                  <a:gd name="T48" fmla="*/ 638 w 915"/>
                  <a:gd name="T49" fmla="*/ 263 h 9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915" h="915">
                    <a:moveTo>
                      <a:pt x="458" y="0"/>
                    </a:moveTo>
                    <a:cubicBezTo>
                      <a:pt x="205" y="0"/>
                      <a:pt x="0" y="205"/>
                      <a:pt x="0" y="458"/>
                    </a:cubicBezTo>
                    <a:cubicBezTo>
                      <a:pt x="0" y="710"/>
                      <a:pt x="205" y="915"/>
                      <a:pt x="458" y="915"/>
                    </a:cubicBezTo>
                    <a:cubicBezTo>
                      <a:pt x="710" y="915"/>
                      <a:pt x="915" y="710"/>
                      <a:pt x="915" y="458"/>
                    </a:cubicBezTo>
                    <a:cubicBezTo>
                      <a:pt x="915" y="205"/>
                      <a:pt x="710" y="0"/>
                      <a:pt x="458" y="0"/>
                    </a:cubicBezTo>
                    <a:close/>
                    <a:moveTo>
                      <a:pt x="458" y="830"/>
                    </a:moveTo>
                    <a:cubicBezTo>
                      <a:pt x="252" y="830"/>
                      <a:pt x="86" y="663"/>
                      <a:pt x="86" y="458"/>
                    </a:cubicBezTo>
                    <a:cubicBezTo>
                      <a:pt x="86" y="252"/>
                      <a:pt x="252" y="86"/>
                      <a:pt x="458" y="86"/>
                    </a:cubicBezTo>
                    <a:cubicBezTo>
                      <a:pt x="663" y="86"/>
                      <a:pt x="830" y="252"/>
                      <a:pt x="830" y="458"/>
                    </a:cubicBezTo>
                    <a:cubicBezTo>
                      <a:pt x="830" y="663"/>
                      <a:pt x="663" y="830"/>
                      <a:pt x="458" y="830"/>
                    </a:cubicBezTo>
                    <a:close/>
                    <a:moveTo>
                      <a:pt x="638" y="263"/>
                    </a:moveTo>
                    <a:cubicBezTo>
                      <a:pt x="618" y="251"/>
                      <a:pt x="593" y="258"/>
                      <a:pt x="582" y="278"/>
                    </a:cubicBezTo>
                    <a:cubicBezTo>
                      <a:pt x="429" y="554"/>
                      <a:pt x="429" y="554"/>
                      <a:pt x="429" y="554"/>
                    </a:cubicBezTo>
                    <a:cubicBezTo>
                      <a:pt x="343" y="450"/>
                      <a:pt x="343" y="450"/>
                      <a:pt x="343" y="450"/>
                    </a:cubicBezTo>
                    <a:cubicBezTo>
                      <a:pt x="328" y="432"/>
                      <a:pt x="307" y="423"/>
                      <a:pt x="288" y="435"/>
                    </a:cubicBezTo>
                    <a:cubicBezTo>
                      <a:pt x="268" y="446"/>
                      <a:pt x="260" y="474"/>
                      <a:pt x="273" y="492"/>
                    </a:cubicBezTo>
                    <a:cubicBezTo>
                      <a:pt x="392" y="637"/>
                      <a:pt x="392" y="637"/>
                      <a:pt x="392" y="637"/>
                    </a:cubicBezTo>
                    <a:cubicBezTo>
                      <a:pt x="401" y="649"/>
                      <a:pt x="411" y="655"/>
                      <a:pt x="421" y="657"/>
                    </a:cubicBezTo>
                    <a:cubicBezTo>
                      <a:pt x="421" y="658"/>
                      <a:pt x="421" y="658"/>
                      <a:pt x="421" y="658"/>
                    </a:cubicBezTo>
                    <a:cubicBezTo>
                      <a:pt x="423" y="658"/>
                      <a:pt x="423" y="658"/>
                      <a:pt x="423" y="658"/>
                    </a:cubicBezTo>
                    <a:cubicBezTo>
                      <a:pt x="425" y="658"/>
                      <a:pt x="461" y="665"/>
                      <a:pt x="476" y="637"/>
                    </a:cubicBezTo>
                    <a:cubicBezTo>
                      <a:pt x="653" y="321"/>
                      <a:pt x="653" y="321"/>
                      <a:pt x="653" y="321"/>
                    </a:cubicBezTo>
                    <a:cubicBezTo>
                      <a:pt x="664" y="300"/>
                      <a:pt x="657" y="275"/>
                      <a:pt x="638" y="263"/>
                    </a:cubicBezTo>
                    <a:close/>
                    <a:moveTo>
                      <a:pt x="638" y="263"/>
                    </a:moveTo>
                    <a:cubicBezTo>
                      <a:pt x="638" y="263"/>
                      <a:pt x="638" y="263"/>
                      <a:pt x="638" y="263"/>
                    </a:cubicBezTo>
                  </a:path>
                </a:pathLst>
              </a:custGeom>
              <a:solidFill>
                <a:srgbClr val="94A0A8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fontAlgn="base" latinLnBrk="0"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1600">
                  <a:ln>
                    <a:solidFill>
                      <a:srgbClr val="BBBBBB">
                        <a:alpha val="0"/>
                      </a:srgbClr>
                    </a:solidFill>
                  </a:ln>
                  <a:solidFill>
                    <a:srgbClr val="292929"/>
                  </a:solidFill>
                  <a:latin typeface="KoPub돋움체 Medium" panose="02020603020101020101" pitchFamily="18" charset="-127"/>
                </a:endParaRPr>
              </a:p>
            </p:txBody>
          </p:sp>
        </p:grpSp>
      </p:grpSp>
      <p:sp>
        <p:nvSpPr>
          <p:cNvPr id="155" name="직사각형 154">
            <a:extLst>
              <a:ext uri="{FF2B5EF4-FFF2-40B4-BE49-F238E27FC236}">
                <a16:creationId xmlns:a16="http://schemas.microsoft.com/office/drawing/2014/main" id="{37FECA7F-CCEE-4C17-CA6A-AA07793B8E28}"/>
              </a:ext>
            </a:extLst>
          </p:cNvPr>
          <p:cNvSpPr/>
          <p:nvPr/>
        </p:nvSpPr>
        <p:spPr>
          <a:xfrm>
            <a:off x="6852895" y="4169904"/>
            <a:ext cx="2719655" cy="585866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/>
          <a:p>
            <a:pPr marL="0" lvl="1" algn="ctr" defTabSz="1125770" latinLnBrk="0">
              <a:lnSpc>
                <a:spcPct val="110000"/>
              </a:lnSpc>
              <a:spcBef>
                <a:spcPts val="600"/>
              </a:spcBef>
              <a:defRPr/>
            </a:pPr>
            <a:r>
              <a:rPr lang="ko-KR" altLang="en-US" sz="1600" kern="0" spc="-40">
                <a:ln w="1270" cmpd="sng">
                  <a:solidFill>
                    <a:prstClr val="black">
                      <a:lumMod val="65000"/>
                      <a:lumOff val="35000"/>
                      <a:alpha val="0"/>
                    </a:prstClr>
                  </a:solidFill>
                  <a:prstDash val="solid"/>
                  <a:miter lim="800000"/>
                </a:ln>
                <a:solidFill>
                  <a:prstClr val="black">
                    <a:lumMod val="95000"/>
                    <a:lumOff val="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표준 인터페이스 및 운영 체계 </a:t>
            </a:r>
            <a:endParaRPr lang="en-US" altLang="ko-KR" sz="1600" kern="0" spc="-40">
              <a:ln w="1270" cmpd="sng">
                <a:solidFill>
                  <a:prstClr val="black">
                    <a:lumMod val="65000"/>
                    <a:lumOff val="35000"/>
                    <a:alpha val="0"/>
                  </a:prstClr>
                </a:solidFill>
                <a:prstDash val="solid"/>
                <a:miter lim="800000"/>
              </a:ln>
              <a:solidFill>
                <a:prstClr val="black">
                  <a:lumMod val="95000"/>
                  <a:lumOff val="5000"/>
                </a:prst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marL="0" lvl="1" algn="ctr" defTabSz="1125770" latinLnBrk="0">
              <a:lnSpc>
                <a:spcPct val="110000"/>
              </a:lnSpc>
              <a:spcBef>
                <a:spcPts val="600"/>
              </a:spcBef>
              <a:defRPr/>
            </a:pPr>
            <a:r>
              <a:rPr lang="ko-KR" altLang="en-US" sz="1600" kern="0" spc="-40">
                <a:ln w="1270" cmpd="sng">
                  <a:solidFill>
                    <a:prstClr val="black">
                      <a:lumMod val="65000"/>
                      <a:lumOff val="35000"/>
                      <a:alpha val="0"/>
                    </a:prstClr>
                  </a:solidFill>
                  <a:prstDash val="solid"/>
                  <a:miter lim="800000"/>
                </a:ln>
                <a:solidFill>
                  <a:prstClr val="black">
                    <a:lumMod val="95000"/>
                    <a:lumOff val="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구축하여 안정적 시스템 구현</a:t>
            </a:r>
          </a:p>
        </p:txBody>
      </p:sp>
      <p:sp>
        <p:nvSpPr>
          <p:cNvPr id="154" name="Freeform 11">
            <a:extLst>
              <a:ext uri="{FF2B5EF4-FFF2-40B4-BE49-F238E27FC236}">
                <a16:creationId xmlns:a16="http://schemas.microsoft.com/office/drawing/2014/main" id="{D1FD40E4-8E23-790E-2D8F-5A08AB5E7C3F}"/>
              </a:ext>
            </a:extLst>
          </p:cNvPr>
          <p:cNvSpPr>
            <a:spLocks noEditPoints="1"/>
          </p:cNvSpPr>
          <p:nvPr/>
        </p:nvSpPr>
        <p:spPr bwMode="auto">
          <a:xfrm>
            <a:off x="6916894" y="6061657"/>
            <a:ext cx="124412" cy="124331"/>
          </a:xfrm>
          <a:custGeom>
            <a:avLst/>
            <a:gdLst>
              <a:gd name="T0" fmla="*/ 458 w 915"/>
              <a:gd name="T1" fmla="*/ 0 h 915"/>
              <a:gd name="T2" fmla="*/ 0 w 915"/>
              <a:gd name="T3" fmla="*/ 458 h 915"/>
              <a:gd name="T4" fmla="*/ 458 w 915"/>
              <a:gd name="T5" fmla="*/ 915 h 915"/>
              <a:gd name="T6" fmla="*/ 915 w 915"/>
              <a:gd name="T7" fmla="*/ 458 h 915"/>
              <a:gd name="T8" fmla="*/ 458 w 915"/>
              <a:gd name="T9" fmla="*/ 0 h 915"/>
              <a:gd name="T10" fmla="*/ 458 w 915"/>
              <a:gd name="T11" fmla="*/ 830 h 915"/>
              <a:gd name="T12" fmla="*/ 86 w 915"/>
              <a:gd name="T13" fmla="*/ 458 h 915"/>
              <a:gd name="T14" fmla="*/ 458 w 915"/>
              <a:gd name="T15" fmla="*/ 86 h 915"/>
              <a:gd name="T16" fmla="*/ 830 w 915"/>
              <a:gd name="T17" fmla="*/ 458 h 915"/>
              <a:gd name="T18" fmla="*/ 458 w 915"/>
              <a:gd name="T19" fmla="*/ 830 h 915"/>
              <a:gd name="T20" fmla="*/ 638 w 915"/>
              <a:gd name="T21" fmla="*/ 263 h 915"/>
              <a:gd name="T22" fmla="*/ 582 w 915"/>
              <a:gd name="T23" fmla="*/ 278 h 915"/>
              <a:gd name="T24" fmla="*/ 429 w 915"/>
              <a:gd name="T25" fmla="*/ 554 h 915"/>
              <a:gd name="T26" fmla="*/ 343 w 915"/>
              <a:gd name="T27" fmla="*/ 450 h 915"/>
              <a:gd name="T28" fmla="*/ 288 w 915"/>
              <a:gd name="T29" fmla="*/ 435 h 915"/>
              <a:gd name="T30" fmla="*/ 273 w 915"/>
              <a:gd name="T31" fmla="*/ 492 h 915"/>
              <a:gd name="T32" fmla="*/ 392 w 915"/>
              <a:gd name="T33" fmla="*/ 637 h 915"/>
              <a:gd name="T34" fmla="*/ 421 w 915"/>
              <a:gd name="T35" fmla="*/ 657 h 915"/>
              <a:gd name="T36" fmla="*/ 421 w 915"/>
              <a:gd name="T37" fmla="*/ 658 h 915"/>
              <a:gd name="T38" fmla="*/ 423 w 915"/>
              <a:gd name="T39" fmla="*/ 658 h 915"/>
              <a:gd name="T40" fmla="*/ 476 w 915"/>
              <a:gd name="T41" fmla="*/ 637 h 915"/>
              <a:gd name="T42" fmla="*/ 653 w 915"/>
              <a:gd name="T43" fmla="*/ 321 h 915"/>
              <a:gd name="T44" fmla="*/ 638 w 915"/>
              <a:gd name="T45" fmla="*/ 263 h 915"/>
              <a:gd name="T46" fmla="*/ 638 w 915"/>
              <a:gd name="T47" fmla="*/ 263 h 915"/>
              <a:gd name="T48" fmla="*/ 638 w 915"/>
              <a:gd name="T49" fmla="*/ 263 h 9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915" h="915">
                <a:moveTo>
                  <a:pt x="458" y="0"/>
                </a:moveTo>
                <a:cubicBezTo>
                  <a:pt x="205" y="0"/>
                  <a:pt x="0" y="205"/>
                  <a:pt x="0" y="458"/>
                </a:cubicBezTo>
                <a:cubicBezTo>
                  <a:pt x="0" y="710"/>
                  <a:pt x="205" y="915"/>
                  <a:pt x="458" y="915"/>
                </a:cubicBezTo>
                <a:cubicBezTo>
                  <a:pt x="710" y="915"/>
                  <a:pt x="915" y="710"/>
                  <a:pt x="915" y="458"/>
                </a:cubicBezTo>
                <a:cubicBezTo>
                  <a:pt x="915" y="205"/>
                  <a:pt x="710" y="0"/>
                  <a:pt x="458" y="0"/>
                </a:cubicBezTo>
                <a:close/>
                <a:moveTo>
                  <a:pt x="458" y="830"/>
                </a:moveTo>
                <a:cubicBezTo>
                  <a:pt x="252" y="830"/>
                  <a:pt x="86" y="663"/>
                  <a:pt x="86" y="458"/>
                </a:cubicBezTo>
                <a:cubicBezTo>
                  <a:pt x="86" y="252"/>
                  <a:pt x="252" y="86"/>
                  <a:pt x="458" y="86"/>
                </a:cubicBezTo>
                <a:cubicBezTo>
                  <a:pt x="663" y="86"/>
                  <a:pt x="830" y="252"/>
                  <a:pt x="830" y="458"/>
                </a:cubicBezTo>
                <a:cubicBezTo>
                  <a:pt x="830" y="663"/>
                  <a:pt x="663" y="830"/>
                  <a:pt x="458" y="830"/>
                </a:cubicBezTo>
                <a:close/>
                <a:moveTo>
                  <a:pt x="638" y="263"/>
                </a:moveTo>
                <a:cubicBezTo>
                  <a:pt x="618" y="251"/>
                  <a:pt x="593" y="258"/>
                  <a:pt x="582" y="278"/>
                </a:cubicBezTo>
                <a:cubicBezTo>
                  <a:pt x="429" y="554"/>
                  <a:pt x="429" y="554"/>
                  <a:pt x="429" y="554"/>
                </a:cubicBezTo>
                <a:cubicBezTo>
                  <a:pt x="343" y="450"/>
                  <a:pt x="343" y="450"/>
                  <a:pt x="343" y="450"/>
                </a:cubicBezTo>
                <a:cubicBezTo>
                  <a:pt x="328" y="432"/>
                  <a:pt x="307" y="423"/>
                  <a:pt x="288" y="435"/>
                </a:cubicBezTo>
                <a:cubicBezTo>
                  <a:pt x="268" y="446"/>
                  <a:pt x="260" y="474"/>
                  <a:pt x="273" y="492"/>
                </a:cubicBezTo>
                <a:cubicBezTo>
                  <a:pt x="392" y="637"/>
                  <a:pt x="392" y="637"/>
                  <a:pt x="392" y="637"/>
                </a:cubicBezTo>
                <a:cubicBezTo>
                  <a:pt x="401" y="649"/>
                  <a:pt x="411" y="655"/>
                  <a:pt x="421" y="657"/>
                </a:cubicBezTo>
                <a:cubicBezTo>
                  <a:pt x="421" y="658"/>
                  <a:pt x="421" y="658"/>
                  <a:pt x="421" y="658"/>
                </a:cubicBezTo>
                <a:cubicBezTo>
                  <a:pt x="423" y="658"/>
                  <a:pt x="423" y="658"/>
                  <a:pt x="423" y="658"/>
                </a:cubicBezTo>
                <a:cubicBezTo>
                  <a:pt x="425" y="658"/>
                  <a:pt x="461" y="665"/>
                  <a:pt x="476" y="637"/>
                </a:cubicBezTo>
                <a:cubicBezTo>
                  <a:pt x="653" y="321"/>
                  <a:pt x="653" y="321"/>
                  <a:pt x="653" y="321"/>
                </a:cubicBezTo>
                <a:cubicBezTo>
                  <a:pt x="664" y="300"/>
                  <a:pt x="657" y="275"/>
                  <a:pt x="638" y="263"/>
                </a:cubicBezTo>
                <a:close/>
                <a:moveTo>
                  <a:pt x="638" y="263"/>
                </a:moveTo>
                <a:cubicBezTo>
                  <a:pt x="638" y="263"/>
                  <a:pt x="638" y="263"/>
                  <a:pt x="638" y="263"/>
                </a:cubicBezTo>
              </a:path>
            </a:pathLst>
          </a:custGeom>
          <a:solidFill>
            <a:srgbClr val="94A0A8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 latinLnBrk="0">
              <a:spcBef>
                <a:spcPct val="0"/>
              </a:spcBef>
              <a:spcAft>
                <a:spcPct val="0"/>
              </a:spcAft>
            </a:pPr>
            <a:endParaRPr kumimoji="1" lang="ko-KR" altLang="en-US" sz="1600">
              <a:ln>
                <a:solidFill>
                  <a:srgbClr val="BBBBBB">
                    <a:alpha val="0"/>
                  </a:srgbClr>
                </a:solidFill>
              </a:ln>
              <a:solidFill>
                <a:srgbClr val="292929"/>
              </a:solidFill>
              <a:latin typeface="KoPub돋움체 Mediu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437532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>
            <a:extLst>
              <a:ext uri="{FF2B5EF4-FFF2-40B4-BE49-F238E27FC236}">
                <a16:creationId xmlns:a16="http://schemas.microsoft.com/office/drawing/2014/main" id="{B86E2FCE-9CE1-8777-CCCC-29FF04BEC675}"/>
              </a:ext>
            </a:extLst>
          </p:cNvPr>
          <p:cNvGrpSpPr/>
          <p:nvPr/>
        </p:nvGrpSpPr>
        <p:grpSpPr>
          <a:xfrm>
            <a:off x="524507" y="2240869"/>
            <a:ext cx="6572032" cy="3923711"/>
            <a:chOff x="524507" y="2240869"/>
            <a:chExt cx="6572032" cy="4219971"/>
          </a:xfrm>
        </p:grpSpPr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01EB04A1-1292-499B-B8F6-C7BA34EF47B2}"/>
                </a:ext>
              </a:extLst>
            </p:cNvPr>
            <p:cNvSpPr/>
            <p:nvPr/>
          </p:nvSpPr>
          <p:spPr>
            <a:xfrm flipH="1">
              <a:off x="524507" y="2240869"/>
              <a:ext cx="6572032" cy="4219971"/>
            </a:xfrm>
            <a:prstGeom prst="rect">
              <a:avLst/>
            </a:prstGeom>
            <a:solidFill>
              <a:sysClr val="window" lastClr="FFFFFF"/>
            </a:solidFill>
            <a:ln w="19050" cap="flat" cmpd="sng" algn="ctr">
              <a:solidFill>
                <a:srgbClr val="2770A8"/>
              </a:solidFill>
              <a:prstDash val="solid"/>
              <a:miter lim="800000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0" i="0" u="none" strike="noStrike" kern="0" cap="none" spc="0" normalizeH="0" baseline="0" noProof="0">
                <a:ln w="1270"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  <a:cs typeface="+mn-cs"/>
              </a:endParaRP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3B29C2ED-6974-40E3-48FE-6CE9980B0163}"/>
                </a:ext>
              </a:extLst>
            </p:cNvPr>
            <p:cNvSpPr/>
            <p:nvPr/>
          </p:nvSpPr>
          <p:spPr>
            <a:xfrm flipH="1">
              <a:off x="567507" y="2272553"/>
              <a:ext cx="6486032" cy="288723"/>
            </a:xfrm>
            <a:prstGeom prst="rect">
              <a:avLst/>
            </a:prstGeom>
            <a:solidFill>
              <a:srgbClr val="2770A8"/>
            </a:solidFill>
            <a:ln w="381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marL="0" lvl="1" algn="ctr"/>
              <a:r>
                <a:rPr lang="en-US" altLang="ko-KR" sz="1400" dirty="0"/>
                <a:t>Workflow</a:t>
              </a:r>
              <a:r>
                <a:rPr lang="ko-KR" altLang="en-US" sz="1400" dirty="0"/>
                <a:t> 기반의 업무 프로세스 최적화</a:t>
              </a:r>
              <a:endParaRPr lang="ko-KR" altLang="en-US" sz="1400" dirty="0">
                <a:ln>
                  <a:solidFill>
                    <a:srgbClr val="264B78">
                      <a:alpha val="0"/>
                    </a:srgb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</p:grpSp>
      <p:sp>
        <p:nvSpPr>
          <p:cNvPr id="114" name="Rectangle 5">
            <a:extLst>
              <a:ext uri="{FF2B5EF4-FFF2-40B4-BE49-F238E27FC236}">
                <a16:creationId xmlns:a16="http://schemas.microsoft.com/office/drawing/2014/main" id="{2549B18E-C92D-9D40-825B-A986C08E08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811" y="479272"/>
            <a:ext cx="238848" cy="3877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0C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b">
            <a:spAutoFit/>
          </a:bodyPr>
          <a:lstStyle/>
          <a:p>
            <a:pPr algn="ctr" defTabSz="935755">
              <a:lnSpc>
                <a:spcPct val="90000"/>
              </a:lnSpc>
              <a:spcBef>
                <a:spcPct val="0"/>
              </a:spcBef>
            </a:pPr>
            <a:r>
              <a:rPr lang="en-US" altLang="ko-KR" sz="280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  <a:cs typeface="+mj-cs"/>
              </a:rPr>
              <a:t>3</a:t>
            </a:r>
          </a:p>
        </p:txBody>
      </p:sp>
      <p:grpSp>
        <p:nvGrpSpPr>
          <p:cNvPr id="116" name="그룹 115">
            <a:extLst>
              <a:ext uri="{FF2B5EF4-FFF2-40B4-BE49-F238E27FC236}">
                <a16:creationId xmlns:a16="http://schemas.microsoft.com/office/drawing/2014/main" id="{A51A5EBE-2EC3-7562-4DCA-9C424DA272DF}"/>
              </a:ext>
            </a:extLst>
          </p:cNvPr>
          <p:cNvGrpSpPr/>
          <p:nvPr/>
        </p:nvGrpSpPr>
        <p:grpSpPr>
          <a:xfrm>
            <a:off x="523808" y="1889137"/>
            <a:ext cx="2568424" cy="242672"/>
            <a:chOff x="523808" y="1835362"/>
            <a:chExt cx="2568424" cy="242672"/>
          </a:xfrm>
        </p:grpSpPr>
        <p:sp>
          <p:nvSpPr>
            <p:cNvPr id="117" name="Rectangle 40">
              <a:extLst>
                <a:ext uri="{FF2B5EF4-FFF2-40B4-BE49-F238E27FC236}">
                  <a16:creationId xmlns:a16="http://schemas.microsoft.com/office/drawing/2014/main" id="{6DCBA1F5-EAC5-B26A-39D7-4103F151E4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9638" y="1847202"/>
              <a:ext cx="2452594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defTabSz="457200" latinLnBrk="0">
                <a:defRPr/>
              </a:pPr>
              <a:r>
                <a:rPr kumimoji="1" lang="ko-KR" altLang="en-US" sz="1500">
                  <a:ln>
                    <a:solidFill>
                      <a:schemeClr val="tx2">
                        <a:alpha val="0"/>
                      </a:schemeClr>
                    </a:solidFill>
                  </a:ln>
                  <a:latin typeface="KoPub돋움체 Bold" panose="02020603020101020101" pitchFamily="18" charset="-127"/>
                  <a:ea typeface="KoPub돋움체 Bold"/>
                </a:rPr>
                <a:t>열공급 계약 프로세스 구축 </a:t>
              </a:r>
            </a:p>
          </p:txBody>
        </p:sp>
        <p:sp>
          <p:nvSpPr>
            <p:cNvPr id="118" name="사각형: 둥근 모서리 117">
              <a:extLst>
                <a:ext uri="{FF2B5EF4-FFF2-40B4-BE49-F238E27FC236}">
                  <a16:creationId xmlns:a16="http://schemas.microsoft.com/office/drawing/2014/main" id="{66D1D498-E8D5-4985-5EB0-CF4B1DABDD85}"/>
                </a:ext>
              </a:extLst>
            </p:cNvPr>
            <p:cNvSpPr/>
            <p:nvPr/>
          </p:nvSpPr>
          <p:spPr bwMode="auto">
            <a:xfrm>
              <a:off x="523808" y="1835362"/>
              <a:ext cx="45719" cy="218985"/>
            </a:xfrm>
            <a:prstGeom prst="roundRect">
              <a:avLst/>
            </a:prstGeom>
            <a:gradFill>
              <a:gsLst>
                <a:gs pos="100000">
                  <a:srgbClr val="99A9BD"/>
                </a:gs>
                <a:gs pos="24516">
                  <a:srgbClr val="596F89"/>
                </a:gs>
              </a:gsLst>
              <a:lin ang="5400000" scaled="1"/>
            </a:gradFill>
            <a:ln w="12700">
              <a:noFill/>
            </a:ln>
            <a:effectLst/>
          </p:spPr>
          <p:txBody>
            <a:bodyPr wrap="square" lIns="0" tIns="0" rIns="0" bIns="0" rtlCol="0" anchor="ctr">
              <a:noAutofit/>
            </a:bodyPr>
            <a:lstStyle/>
            <a:p>
              <a:pPr indent="-157320" algn="ctr" defTabSz="900828" fontAlgn="base" latinLnBrk="0">
                <a:spcBef>
                  <a:spcPct val="0"/>
                </a:spcBef>
                <a:spcAft>
                  <a:spcPct val="0"/>
                </a:spcAft>
                <a:buClr>
                  <a:srgbClr val="808080"/>
                </a:buClr>
                <a:buSzPct val="50000"/>
              </a:pPr>
              <a:endParaRPr kumimoji="1" lang="ko-KR" altLang="en-US" sz="1400" spc="-3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</p:grp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A76F793-E237-4FF1-84B3-656ECE2CC0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2540" y="1144707"/>
            <a:ext cx="8569585" cy="496098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 anchorCtr="0">
            <a:spAutoFit/>
          </a:bodyPr>
          <a:lstStyle/>
          <a:p>
            <a:pPr defTabSz="903512">
              <a:lnSpc>
                <a:spcPct val="120000"/>
              </a:lnSpc>
              <a:spcBef>
                <a:spcPts val="100"/>
              </a:spcBef>
              <a:spcAft>
                <a:spcPct val="0"/>
              </a:spcAft>
            </a:pPr>
            <a:r>
              <a:rPr lang="ko-KR" altLang="en-US" sz="1400">
                <a:ln>
                  <a:solidFill>
                    <a:srgbClr val="CF043C">
                      <a:alpha val="0"/>
                    </a:srgbClr>
                  </a:solidFill>
                </a:ln>
                <a:ea typeface="KoPub돋움체 Bold"/>
                <a:cs typeface="Arial"/>
              </a:rPr>
              <a:t>통합 프로세스 구축을 통한 업무 최적화</a:t>
            </a:r>
            <a:endParaRPr lang="en-US" altLang="ko-KR">
              <a:ln>
                <a:solidFill>
                  <a:prstClr val="white">
                    <a:alpha val="0"/>
                  </a:prstClr>
                </a:solidFill>
              </a:ln>
              <a:ea typeface="KoPub돋움체 Medium"/>
              <a:cs typeface="Arial"/>
            </a:endParaRPr>
          </a:p>
          <a:p>
            <a:pPr defTabSz="903512">
              <a:lnSpc>
                <a:spcPct val="120000"/>
              </a:lnSpc>
              <a:spcBef>
                <a:spcPts val="100"/>
              </a:spcBef>
              <a:spcAft>
                <a:spcPct val="0"/>
              </a:spcAft>
            </a:pPr>
            <a:r>
              <a:rPr lang="ko-KR" altLang="en-US">
                <a:ln>
                  <a:solidFill>
                    <a:prstClr val="white">
                      <a:alpha val="0"/>
                    </a:prstClr>
                  </a:solidFill>
                </a:ln>
                <a:ea typeface="KoPub돋움체 Medium"/>
                <a:cs typeface="Arial"/>
              </a:rPr>
              <a:t>회사 이해관계자 간의 복잡한 계약 절차를 하나의 흐름으로 연결하여 업무 효율을 혁신합니다</a:t>
            </a:r>
            <a:r>
              <a:rPr lang="en-US" altLang="ko-KR">
                <a:ln>
                  <a:solidFill>
                    <a:prstClr val="white">
                      <a:alpha val="0"/>
                    </a:prstClr>
                  </a:solidFill>
                </a:ln>
                <a:ea typeface="KoPub돋움체 Medium"/>
                <a:cs typeface="Arial"/>
              </a:rPr>
              <a:t>.</a:t>
            </a:r>
            <a:endParaRPr lang="ko-KR" altLang="en-US">
              <a:ln>
                <a:solidFill>
                  <a:prstClr val="white">
                    <a:alpha val="0"/>
                  </a:prstClr>
                </a:solidFill>
              </a:ln>
              <a:ea typeface="KoPub돋움체 Medium"/>
              <a:cs typeface="Arial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0E86E52D-CF8B-43DD-B4DD-415FD8815DD1}"/>
              </a:ext>
            </a:extLst>
          </p:cNvPr>
          <p:cNvGrpSpPr/>
          <p:nvPr/>
        </p:nvGrpSpPr>
        <p:grpSpPr>
          <a:xfrm>
            <a:off x="1019552" y="265478"/>
            <a:ext cx="2572499" cy="546027"/>
            <a:chOff x="1019552" y="265478"/>
            <a:chExt cx="2572499" cy="546027"/>
          </a:xfrm>
        </p:grpSpPr>
        <p:sp>
          <p:nvSpPr>
            <p:cNvPr id="13" name="Rectangle 5">
              <a:extLst>
                <a:ext uri="{FF2B5EF4-FFF2-40B4-BE49-F238E27FC236}">
                  <a16:creationId xmlns:a16="http://schemas.microsoft.com/office/drawing/2014/main" id="{8F84B6E1-07FA-4C04-931C-2E32A7D603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9552" y="617093"/>
              <a:ext cx="2572499" cy="1944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0C0C0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b">
              <a:spAutoFit/>
            </a:bodyPr>
            <a:lstStyle/>
            <a:p>
              <a:pPr defTabSz="935755">
                <a:lnSpc>
                  <a:spcPct val="90000"/>
                </a:lnSpc>
                <a:spcBef>
                  <a:spcPct val="0"/>
                </a:spcBef>
              </a:pPr>
              <a:r>
                <a:rPr lang="en-US" altLang="ko-KR" sz="1400" spc="-80">
                  <a:ln>
                    <a:solidFill>
                      <a:srgbClr val="CF043C">
                        <a:alpha val="0"/>
                      </a:srgbClr>
                    </a:solidFill>
                  </a:ln>
                  <a:solidFill>
                    <a:schemeClr val="tx2">
                      <a:lumMod val="60000"/>
                      <a:lumOff val="40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+mj-cs"/>
                </a:rPr>
                <a:t>3.6 </a:t>
              </a:r>
              <a:r>
                <a:rPr lang="ko-KR" altLang="en-US" sz="1400" spc="-80">
                  <a:ln>
                    <a:solidFill>
                      <a:srgbClr val="CF043C">
                        <a:alpha val="0"/>
                      </a:srgbClr>
                    </a:solidFill>
                  </a:ln>
                  <a:solidFill>
                    <a:schemeClr val="tx2">
                      <a:lumMod val="60000"/>
                      <a:lumOff val="40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+mj-cs"/>
                </a:rPr>
                <a:t>영업관리 </a:t>
              </a:r>
              <a:r>
                <a:rPr lang="en-US" altLang="ko-KR" sz="1400" spc="-80">
                  <a:ln>
                    <a:solidFill>
                      <a:srgbClr val="CF043C">
                        <a:alpha val="0"/>
                      </a:srgbClr>
                    </a:solidFill>
                  </a:ln>
                  <a:solidFill>
                    <a:schemeClr val="tx2">
                      <a:lumMod val="60000"/>
                      <a:lumOff val="40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+mj-cs"/>
                </a:rPr>
                <a:t>2.0 </a:t>
              </a:r>
              <a:r>
                <a:rPr lang="ko-KR" altLang="en-US" sz="1400" spc="-80">
                  <a:ln>
                    <a:solidFill>
                      <a:srgbClr val="CF043C">
                        <a:alpha val="0"/>
                      </a:srgbClr>
                    </a:solidFill>
                  </a:ln>
                  <a:solidFill>
                    <a:schemeClr val="tx2">
                      <a:lumMod val="60000"/>
                      <a:lumOff val="40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+mj-cs"/>
                </a:rPr>
                <a:t>≫ </a:t>
              </a:r>
              <a:r>
                <a:rPr lang="en-US" altLang="ko-KR" sz="1400" spc="-80">
                  <a:ln>
                    <a:solidFill>
                      <a:srgbClr val="CF043C">
                        <a:alpha val="0"/>
                      </a:srgbClr>
                    </a:solidFill>
                  </a:ln>
                  <a:solidFill>
                    <a:schemeClr val="tx2">
                      <a:lumMod val="60000"/>
                      <a:lumOff val="40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+mj-cs"/>
                </a:rPr>
                <a:t>3.6.4 </a:t>
              </a:r>
              <a:r>
                <a:rPr lang="ko-KR" altLang="en-US" sz="1400" spc="-80" err="1">
                  <a:ln>
                    <a:solidFill>
                      <a:srgbClr val="CF043C">
                        <a:alpha val="0"/>
                      </a:srgbClr>
                    </a:solidFill>
                  </a:ln>
                  <a:solidFill>
                    <a:schemeClr val="tx2">
                      <a:lumMod val="60000"/>
                      <a:lumOff val="40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+mj-cs"/>
                </a:rPr>
                <a:t>열계약</a:t>
              </a:r>
              <a:r>
                <a:rPr lang="ko-KR" altLang="en-US" sz="1400" spc="-80">
                  <a:ln>
                    <a:solidFill>
                      <a:srgbClr val="CF043C">
                        <a:alpha val="0"/>
                      </a:srgbClr>
                    </a:solidFill>
                  </a:ln>
                  <a:solidFill>
                    <a:schemeClr val="tx2">
                      <a:lumMod val="60000"/>
                      <a:lumOff val="40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+mj-cs"/>
                </a:rPr>
                <a:t> 관리</a:t>
              </a:r>
              <a:endParaRPr lang="ko-KR" altLang="en-US" sz="1600">
                <a:ln>
                  <a:solidFill>
                    <a:srgbClr val="CF043C">
                      <a:alpha val="0"/>
                    </a:srgb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+mj-cs"/>
              </a:endParaRPr>
            </a:p>
          </p:txBody>
        </p:sp>
        <p:sp>
          <p:nvSpPr>
            <p:cNvPr id="14" name="Rectangle 5">
              <a:extLst>
                <a:ext uri="{FF2B5EF4-FFF2-40B4-BE49-F238E27FC236}">
                  <a16:creationId xmlns:a16="http://schemas.microsoft.com/office/drawing/2014/main" id="{2051D768-FD59-4514-B1FC-6ECC3ED5B6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9552" y="265478"/>
              <a:ext cx="1283044" cy="2221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0C0C0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b">
              <a:spAutoFit/>
            </a:bodyPr>
            <a:lstStyle/>
            <a:p>
              <a:pPr defTabSz="935755">
                <a:lnSpc>
                  <a:spcPct val="90000"/>
                </a:lnSpc>
                <a:spcBef>
                  <a:spcPct val="0"/>
                </a:spcBef>
              </a:pPr>
              <a:r>
                <a:rPr lang="ko-KR" altLang="en-US" sz="1600" spc="-80">
                  <a:ln>
                    <a:solidFill>
                      <a:srgbClr val="CF043C">
                        <a:alpha val="0"/>
                      </a:srgbClr>
                    </a:solidFill>
                  </a:ln>
                  <a:solidFill>
                    <a:schemeClr val="tx2">
                      <a:lumMod val="60000"/>
                      <a:lumOff val="40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+mj-cs"/>
                </a:rPr>
                <a:t>시스템 구축 방안</a:t>
              </a:r>
            </a:p>
          </p:txBody>
        </p:sp>
      </p:grp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580A7E8C-5323-4C98-87B7-232FA93A3F1F}"/>
              </a:ext>
            </a:extLst>
          </p:cNvPr>
          <p:cNvSpPr/>
          <p:nvPr/>
        </p:nvSpPr>
        <p:spPr>
          <a:xfrm>
            <a:off x="7893012" y="2301301"/>
            <a:ext cx="782265" cy="23173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 latinLnBrk="0">
              <a:lnSpc>
                <a:spcPts val="1900"/>
              </a:lnSpc>
              <a:defRPr/>
            </a:pPr>
            <a:r>
              <a:rPr lang="ko-KR" altLang="en-US" sz="1400">
                <a:ln>
                  <a:solidFill>
                    <a:srgbClr val="00458A">
                      <a:alpha val="0"/>
                    </a:srgbClr>
                  </a:solidFill>
                </a:ln>
                <a:solidFill>
                  <a:srgbClr val="2770A8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주 요 </a:t>
            </a:r>
            <a:r>
              <a:rPr lang="ko-KR" altLang="en-US" sz="1400" err="1">
                <a:ln>
                  <a:solidFill>
                    <a:srgbClr val="00458A">
                      <a:alpha val="0"/>
                    </a:srgbClr>
                  </a:solidFill>
                </a:ln>
                <a:solidFill>
                  <a:srgbClr val="2770A8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특</a:t>
            </a:r>
            <a:r>
              <a:rPr lang="ko-KR" altLang="en-US" sz="1400">
                <a:ln>
                  <a:solidFill>
                    <a:srgbClr val="00458A">
                      <a:alpha val="0"/>
                    </a:srgbClr>
                  </a:solidFill>
                </a:ln>
                <a:solidFill>
                  <a:srgbClr val="2770A8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징</a:t>
            </a:r>
          </a:p>
        </p:txBody>
      </p:sp>
      <p:sp>
        <p:nvSpPr>
          <p:cNvPr id="181" name="직사각형 180">
            <a:extLst>
              <a:ext uri="{FF2B5EF4-FFF2-40B4-BE49-F238E27FC236}">
                <a16:creationId xmlns:a16="http://schemas.microsoft.com/office/drawing/2014/main" id="{0586CF5B-D7E7-8229-7285-3470CDA40A42}"/>
              </a:ext>
            </a:extLst>
          </p:cNvPr>
          <p:cNvSpPr/>
          <p:nvPr/>
        </p:nvSpPr>
        <p:spPr>
          <a:xfrm>
            <a:off x="7096539" y="4068871"/>
            <a:ext cx="2283770" cy="227953"/>
          </a:xfrm>
          <a:prstGeom prst="rect">
            <a:avLst/>
          </a:prstGeom>
          <a:solidFill>
            <a:srgbClr val="D7E9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eaLnBrk="0" latinLnBrk="0" hangingPunct="0"/>
            <a:r>
              <a:rPr lang="ko-KR" altLang="en-US" sz="1200" kern="0">
                <a:ln w="1270" cmpd="sng">
                  <a:noFill/>
                  <a:prstDash val="solid"/>
                  <a:miter lim="800000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계약 생애주기 관리</a:t>
            </a:r>
          </a:p>
        </p:txBody>
      </p:sp>
      <p:sp>
        <p:nvSpPr>
          <p:cNvPr id="182" name="직사각형 181">
            <a:extLst>
              <a:ext uri="{FF2B5EF4-FFF2-40B4-BE49-F238E27FC236}">
                <a16:creationId xmlns:a16="http://schemas.microsoft.com/office/drawing/2014/main" id="{82327A5A-E012-6819-65A9-EF9B112491B9}"/>
              </a:ext>
            </a:extLst>
          </p:cNvPr>
          <p:cNvSpPr/>
          <p:nvPr/>
        </p:nvSpPr>
        <p:spPr>
          <a:xfrm>
            <a:off x="7096539" y="2607930"/>
            <a:ext cx="2283770" cy="227953"/>
          </a:xfrm>
          <a:prstGeom prst="rect">
            <a:avLst/>
          </a:prstGeom>
          <a:solidFill>
            <a:srgbClr val="D7E9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eaLnBrk="0" latinLnBrk="0" hangingPunct="0"/>
            <a:r>
              <a:rPr lang="ko-KR" altLang="en-US" sz="1200" kern="0">
                <a:ln w="1270" cmpd="sng">
                  <a:noFill/>
                  <a:prstDash val="solid"/>
                  <a:miter lim="800000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단계별 업무 타임라인 제공</a:t>
            </a:r>
          </a:p>
        </p:txBody>
      </p:sp>
      <p:sp>
        <p:nvSpPr>
          <p:cNvPr id="183" name="직사각형 182">
            <a:extLst>
              <a:ext uri="{FF2B5EF4-FFF2-40B4-BE49-F238E27FC236}">
                <a16:creationId xmlns:a16="http://schemas.microsoft.com/office/drawing/2014/main" id="{7B08528C-2EDF-78BE-BE21-E98BEAC57A79}"/>
              </a:ext>
            </a:extLst>
          </p:cNvPr>
          <p:cNvSpPr/>
          <p:nvPr/>
        </p:nvSpPr>
        <p:spPr>
          <a:xfrm>
            <a:off x="7096539" y="3342352"/>
            <a:ext cx="2283770" cy="227953"/>
          </a:xfrm>
          <a:prstGeom prst="rect">
            <a:avLst/>
          </a:prstGeom>
          <a:solidFill>
            <a:srgbClr val="D7E9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eaLnBrk="0" latinLnBrk="0" hangingPunct="0"/>
            <a:r>
              <a:rPr lang="ko-KR" altLang="en-US" sz="1200" kern="0">
                <a:ln w="1270" cmpd="sng">
                  <a:noFill/>
                  <a:prstDash val="solid"/>
                  <a:miter lim="800000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이해관계자 협업 체계</a:t>
            </a:r>
          </a:p>
        </p:txBody>
      </p:sp>
      <p:sp>
        <p:nvSpPr>
          <p:cNvPr id="184" name="AutoShape 10">
            <a:extLst>
              <a:ext uri="{FF2B5EF4-FFF2-40B4-BE49-F238E27FC236}">
                <a16:creationId xmlns:a16="http://schemas.microsoft.com/office/drawing/2014/main" id="{E852A6FA-CA78-7253-0A84-8E429EA0C8D8}"/>
              </a:ext>
            </a:extLst>
          </p:cNvPr>
          <p:cNvSpPr>
            <a:spLocks noChangeArrowheads="1"/>
          </p:cNvSpPr>
          <p:nvPr/>
        </p:nvSpPr>
        <p:spPr bwMode="gray">
          <a:xfrm>
            <a:off x="7203186" y="4096727"/>
            <a:ext cx="180000" cy="180000"/>
          </a:xfrm>
          <a:prstGeom prst="flowChartConnector">
            <a:avLst/>
          </a:prstGeom>
          <a:solidFill>
            <a:sysClr val="windowText" lastClr="00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latinLnBrk="0"/>
            <a:r>
              <a:rPr lang="en-US" altLang="ko-KR" sz="1100" b="1" kern="0">
                <a:solidFill>
                  <a:srgbClr val="FFFFFF"/>
                </a:solidFill>
                <a:latin typeface="KoPub돋움체 Medium" panose="00000600000000000000" pitchFamily="2" charset="-127"/>
                <a:ea typeface="KoPub돋움체 Medium"/>
              </a:rPr>
              <a:t>3</a:t>
            </a:r>
            <a:endParaRPr lang="ko-KR" altLang="en-US" sz="1100" b="1" kern="0">
              <a:solidFill>
                <a:srgbClr val="FFFFFF"/>
              </a:solidFill>
              <a:latin typeface="KoPub돋움체 Medium" panose="00000600000000000000" pitchFamily="2" charset="-127"/>
              <a:ea typeface="KoPub돋움체 Medium"/>
            </a:endParaRPr>
          </a:p>
        </p:txBody>
      </p:sp>
      <p:sp>
        <p:nvSpPr>
          <p:cNvPr id="185" name="Rectangle 44" descr="흐름도3">
            <a:extLst>
              <a:ext uri="{FF2B5EF4-FFF2-40B4-BE49-F238E27FC236}">
                <a16:creationId xmlns:a16="http://schemas.microsoft.com/office/drawing/2014/main" id="{93903A1C-B013-A98B-DC36-C34EAAB5D7A0}"/>
              </a:ext>
            </a:extLst>
          </p:cNvPr>
          <p:cNvSpPr>
            <a:spLocks noChangeArrowheads="1"/>
          </p:cNvSpPr>
          <p:nvPr/>
        </p:nvSpPr>
        <p:spPr bwMode="gray">
          <a:xfrm>
            <a:off x="7301522" y="4341851"/>
            <a:ext cx="2110835" cy="438582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66675" indent="-66675" latinLnBrk="0">
              <a:buClr>
                <a:schemeClr val="tx1">
                  <a:lumMod val="65000"/>
                  <a:lumOff val="35000"/>
                </a:schemeClr>
              </a:buClr>
              <a:buSzPct val="80000"/>
              <a:buFont typeface="Wingdings" panose="05000000000000000000" pitchFamily="2" charset="2"/>
              <a:buChar char="§"/>
            </a:pPr>
            <a:r>
              <a:rPr lang="ko-KR" altLang="en-US" sz="950" kern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계약의 체결</a:t>
            </a:r>
            <a:r>
              <a:rPr lang="en-US" altLang="ko-KR" sz="950" kern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, </a:t>
            </a:r>
            <a:r>
              <a:rPr lang="ko-KR" altLang="en-US" sz="950" kern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변경</a:t>
            </a:r>
            <a:r>
              <a:rPr lang="en-US" altLang="ko-KR" sz="950" kern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, </a:t>
            </a:r>
            <a:r>
              <a:rPr lang="ko-KR" altLang="en-US" sz="950" kern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해지 등 모든 이벤트를 시간순으로 기록하여 데이터의 정합성을 확보하고 사후 검증 체계를 강화</a:t>
            </a:r>
          </a:p>
        </p:txBody>
      </p:sp>
      <p:sp>
        <p:nvSpPr>
          <p:cNvPr id="186" name="AutoShape 10">
            <a:extLst>
              <a:ext uri="{FF2B5EF4-FFF2-40B4-BE49-F238E27FC236}">
                <a16:creationId xmlns:a16="http://schemas.microsoft.com/office/drawing/2014/main" id="{8BB2B0E6-4FF3-D41B-3A72-32B86E41FB5D}"/>
              </a:ext>
            </a:extLst>
          </p:cNvPr>
          <p:cNvSpPr>
            <a:spLocks noChangeArrowheads="1"/>
          </p:cNvSpPr>
          <p:nvPr/>
        </p:nvSpPr>
        <p:spPr bwMode="gray">
          <a:xfrm>
            <a:off x="7203186" y="2643677"/>
            <a:ext cx="180000" cy="180000"/>
          </a:xfrm>
          <a:prstGeom prst="flowChartConnector">
            <a:avLst/>
          </a:prstGeom>
          <a:solidFill>
            <a:sysClr val="windowText" lastClr="00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latinLnBrk="0"/>
            <a:r>
              <a:rPr lang="en-US" altLang="ko-KR" sz="1100" b="1" kern="0">
                <a:solidFill>
                  <a:srgbClr val="FFFFFF"/>
                </a:solidFill>
                <a:latin typeface="KoPub돋움체 Medium" panose="00000600000000000000" pitchFamily="2" charset="-127"/>
                <a:ea typeface="KoPub돋움체 Medium"/>
              </a:rPr>
              <a:t>1</a:t>
            </a:r>
            <a:endParaRPr lang="ko-KR" altLang="en-US" sz="1100" b="1" kern="0">
              <a:solidFill>
                <a:srgbClr val="FFFFFF"/>
              </a:solidFill>
              <a:latin typeface="KoPub돋움체 Medium" panose="00000600000000000000" pitchFamily="2" charset="-127"/>
              <a:ea typeface="KoPub돋움체 Medium"/>
            </a:endParaRPr>
          </a:p>
        </p:txBody>
      </p:sp>
      <p:sp>
        <p:nvSpPr>
          <p:cNvPr id="187" name="Rectangle 44" descr="흐름도3">
            <a:extLst>
              <a:ext uri="{FF2B5EF4-FFF2-40B4-BE49-F238E27FC236}">
                <a16:creationId xmlns:a16="http://schemas.microsoft.com/office/drawing/2014/main" id="{B9D5E0D8-03A0-1835-59D0-04B99FA23DCB}"/>
              </a:ext>
            </a:extLst>
          </p:cNvPr>
          <p:cNvSpPr>
            <a:spLocks noChangeArrowheads="1"/>
          </p:cNvSpPr>
          <p:nvPr/>
        </p:nvSpPr>
        <p:spPr bwMode="gray">
          <a:xfrm>
            <a:off x="7301523" y="2903770"/>
            <a:ext cx="2071077" cy="438582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66675" indent="-66675" latinLnBrk="0">
              <a:buClr>
                <a:schemeClr val="tx1">
                  <a:lumMod val="65000"/>
                  <a:lumOff val="35000"/>
                </a:schemeClr>
              </a:buClr>
              <a:buSzPct val="80000"/>
              <a:buFont typeface="Wingdings" panose="05000000000000000000" pitchFamily="2" charset="2"/>
              <a:buChar char="§"/>
            </a:pPr>
            <a:r>
              <a:rPr lang="ko-KR" altLang="en-US" sz="950" kern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건축 협의부터 열 공급까지의 전 과정을 </a:t>
            </a:r>
            <a:r>
              <a:rPr lang="ko-KR" altLang="en-US" sz="950" kern="0" err="1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시각화하여</a:t>
            </a:r>
            <a:r>
              <a:rPr lang="ko-KR" altLang="en-US" sz="950" kern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현재 진행 단계와 잔여 과업을 실시간으로 파악</a:t>
            </a:r>
          </a:p>
        </p:txBody>
      </p:sp>
      <p:sp>
        <p:nvSpPr>
          <p:cNvPr id="188" name="AutoShape 10">
            <a:extLst>
              <a:ext uri="{FF2B5EF4-FFF2-40B4-BE49-F238E27FC236}">
                <a16:creationId xmlns:a16="http://schemas.microsoft.com/office/drawing/2014/main" id="{4E4D81F6-31FF-5D7D-BDA3-6CB451632E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7203186" y="3378098"/>
            <a:ext cx="180000" cy="180000"/>
          </a:xfrm>
          <a:prstGeom prst="flowChartConnector">
            <a:avLst/>
          </a:prstGeom>
          <a:solidFill>
            <a:sysClr val="windowText" lastClr="00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latinLnBrk="0"/>
            <a:r>
              <a:rPr lang="en-US" altLang="ko-KR" sz="1100" b="1" kern="0">
                <a:solidFill>
                  <a:srgbClr val="FFFFFF"/>
                </a:solidFill>
                <a:latin typeface="KoPub돋움체 Medium" panose="00000600000000000000" pitchFamily="2" charset="-127"/>
                <a:ea typeface="KoPub돋움체 Medium"/>
              </a:rPr>
              <a:t>2</a:t>
            </a:r>
            <a:endParaRPr lang="ko-KR" altLang="en-US" sz="1100" b="1" kern="0">
              <a:solidFill>
                <a:srgbClr val="FFFFFF"/>
              </a:solidFill>
              <a:latin typeface="KoPub돋움체 Medium" panose="00000600000000000000" pitchFamily="2" charset="-127"/>
              <a:ea typeface="KoPub돋움체 Medium"/>
            </a:endParaRPr>
          </a:p>
        </p:txBody>
      </p:sp>
      <p:sp>
        <p:nvSpPr>
          <p:cNvPr id="189" name="Rectangle 44" descr="흐름도3">
            <a:extLst>
              <a:ext uri="{FF2B5EF4-FFF2-40B4-BE49-F238E27FC236}">
                <a16:creationId xmlns:a16="http://schemas.microsoft.com/office/drawing/2014/main" id="{B0B41D51-A374-81B8-408F-A4C53AACDA57}"/>
              </a:ext>
            </a:extLst>
          </p:cNvPr>
          <p:cNvSpPr>
            <a:spLocks noChangeArrowheads="1"/>
          </p:cNvSpPr>
          <p:nvPr/>
        </p:nvSpPr>
        <p:spPr bwMode="gray">
          <a:xfrm>
            <a:off x="7301522" y="3628593"/>
            <a:ext cx="2080603" cy="438582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66675" indent="-66675" latinLnBrk="0">
              <a:buClr>
                <a:schemeClr val="tx1">
                  <a:lumMod val="65000"/>
                  <a:lumOff val="35000"/>
                </a:schemeClr>
              </a:buClr>
              <a:buSzPct val="80000"/>
              <a:buFont typeface="Wingdings" panose="05000000000000000000" pitchFamily="2" charset="2"/>
              <a:buChar char="§"/>
            </a:pPr>
            <a:r>
              <a:rPr lang="ko-KR" altLang="en-US" sz="950" kern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시행사</a:t>
            </a:r>
            <a:r>
              <a:rPr lang="en-US" altLang="ko-KR" sz="950" kern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, </a:t>
            </a:r>
            <a:r>
              <a:rPr lang="ko-KR" altLang="en-US" sz="950" kern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시공사</a:t>
            </a:r>
            <a:r>
              <a:rPr lang="en-US" altLang="ko-KR" sz="950" kern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, </a:t>
            </a:r>
            <a:r>
              <a:rPr lang="ko-KR" altLang="en-US" sz="950" kern="0" err="1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청라에너지</a:t>
            </a:r>
            <a:r>
              <a:rPr lang="ko-KR" altLang="en-US" sz="950" kern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담당자 간의 역할을 정의하고</a:t>
            </a:r>
            <a:r>
              <a:rPr lang="en-US" altLang="ko-KR" sz="950" kern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, </a:t>
            </a:r>
            <a:r>
              <a:rPr lang="ko-KR" altLang="en-US" sz="950" kern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단계별로 필요한 액션을 자동 안내하여 업무 연속성을 보장</a:t>
            </a:r>
          </a:p>
        </p:txBody>
      </p:sp>
      <p:sp>
        <p:nvSpPr>
          <p:cNvPr id="252" name="직사각형 251">
            <a:extLst>
              <a:ext uri="{FF2B5EF4-FFF2-40B4-BE49-F238E27FC236}">
                <a16:creationId xmlns:a16="http://schemas.microsoft.com/office/drawing/2014/main" id="{33294A7E-5C6B-95A7-2E95-3AFCB8635F52}"/>
              </a:ext>
            </a:extLst>
          </p:cNvPr>
          <p:cNvSpPr/>
          <p:nvPr/>
        </p:nvSpPr>
        <p:spPr>
          <a:xfrm>
            <a:off x="7096539" y="4787500"/>
            <a:ext cx="2283770" cy="227953"/>
          </a:xfrm>
          <a:prstGeom prst="rect">
            <a:avLst/>
          </a:prstGeom>
          <a:solidFill>
            <a:srgbClr val="D7E9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eaLnBrk="0" latinLnBrk="0" hangingPunct="0"/>
            <a:r>
              <a:rPr lang="ko-KR" altLang="en-US" sz="1200" kern="0">
                <a:ln w="1270" cmpd="sng">
                  <a:noFill/>
                  <a:prstDash val="solid"/>
                  <a:miter lim="800000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효율적 계약 체결 및 연동 체계</a:t>
            </a:r>
          </a:p>
        </p:txBody>
      </p:sp>
      <p:sp>
        <p:nvSpPr>
          <p:cNvPr id="253" name="AutoShape 10">
            <a:extLst>
              <a:ext uri="{FF2B5EF4-FFF2-40B4-BE49-F238E27FC236}">
                <a16:creationId xmlns:a16="http://schemas.microsoft.com/office/drawing/2014/main" id="{7B8E6BF0-A08E-9C07-779B-7EE7C3C3FCCE}"/>
              </a:ext>
            </a:extLst>
          </p:cNvPr>
          <p:cNvSpPr>
            <a:spLocks noChangeArrowheads="1"/>
          </p:cNvSpPr>
          <p:nvPr/>
        </p:nvSpPr>
        <p:spPr bwMode="gray">
          <a:xfrm>
            <a:off x="7203186" y="4815356"/>
            <a:ext cx="180000" cy="180000"/>
          </a:xfrm>
          <a:prstGeom prst="flowChartConnector">
            <a:avLst/>
          </a:prstGeom>
          <a:solidFill>
            <a:sysClr val="windowText" lastClr="00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latinLnBrk="0"/>
            <a:r>
              <a:rPr lang="en-US" altLang="ko-KR" sz="1100" b="1" kern="0">
                <a:solidFill>
                  <a:srgbClr val="FFFFFF"/>
                </a:solidFill>
                <a:latin typeface="KoPub돋움체 Medium" panose="00000600000000000000" pitchFamily="2" charset="-127"/>
                <a:ea typeface="KoPub돋움체 Medium"/>
              </a:rPr>
              <a:t>4</a:t>
            </a:r>
            <a:endParaRPr lang="ko-KR" altLang="en-US" sz="1100" b="1" kern="0">
              <a:solidFill>
                <a:srgbClr val="FFFFFF"/>
              </a:solidFill>
              <a:latin typeface="KoPub돋움체 Medium" panose="00000600000000000000" pitchFamily="2" charset="-127"/>
              <a:ea typeface="KoPub돋움체 Medium"/>
            </a:endParaRPr>
          </a:p>
        </p:txBody>
      </p:sp>
      <p:sp>
        <p:nvSpPr>
          <p:cNvPr id="254" name="Rectangle 44" descr="흐름도3">
            <a:extLst>
              <a:ext uri="{FF2B5EF4-FFF2-40B4-BE49-F238E27FC236}">
                <a16:creationId xmlns:a16="http://schemas.microsoft.com/office/drawing/2014/main" id="{0700A470-628F-7C63-8288-E773BBD37161}"/>
              </a:ext>
            </a:extLst>
          </p:cNvPr>
          <p:cNvSpPr>
            <a:spLocks noChangeArrowheads="1"/>
          </p:cNvSpPr>
          <p:nvPr/>
        </p:nvSpPr>
        <p:spPr bwMode="gray">
          <a:xfrm>
            <a:off x="7301522" y="5060480"/>
            <a:ext cx="2110835" cy="46166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66675" indent="-66675" latinLnBrk="0">
              <a:buClr>
                <a:schemeClr val="tx1">
                  <a:lumMod val="65000"/>
                  <a:lumOff val="35000"/>
                </a:schemeClr>
              </a:buClr>
              <a:buSzPct val="80000"/>
              <a:buFont typeface="Wingdings" panose="05000000000000000000" pitchFamily="2" charset="2"/>
              <a:buChar char="§"/>
            </a:pPr>
            <a:r>
              <a:rPr kumimoji="1" lang="ko-KR" altLang="en-US" sz="1000">
                <a:solidFill>
                  <a:prstClr val="black">
                    <a:lumMod val="85000"/>
                    <a:lumOff val="15000"/>
                  </a:prstClr>
                </a:solidFill>
                <a:latin typeface="KoPub돋움체 Medium" panose="02020603020101020101" pitchFamily="18" charset="-127"/>
              </a:rPr>
              <a:t>사용자 중심의 계약 신청 및 검토</a:t>
            </a:r>
            <a:endParaRPr kumimoji="1" lang="en-US" altLang="ko-KR" sz="1000" kern="0">
              <a:solidFill>
                <a:prstClr val="black">
                  <a:lumMod val="85000"/>
                  <a:lumOff val="15000"/>
                </a:prst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marL="66675" indent="-66675" latinLnBrk="0">
              <a:buClr>
                <a:schemeClr val="tx1">
                  <a:lumMod val="65000"/>
                  <a:lumOff val="35000"/>
                </a:schemeClr>
              </a:buClr>
              <a:buSzPct val="80000"/>
              <a:buFont typeface="Wingdings" panose="05000000000000000000" pitchFamily="2" charset="2"/>
              <a:buChar char="§"/>
            </a:pPr>
            <a:r>
              <a:rPr kumimoji="1" lang="ko-KR" altLang="en-US" sz="1000" kern="0">
                <a:solidFill>
                  <a:prstClr val="black">
                    <a:lumMod val="85000"/>
                    <a:lumOff val="15000"/>
                  </a:prst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정산 정보의 유연한 업데이트</a:t>
            </a:r>
            <a:endParaRPr kumimoji="1" lang="en-US" altLang="ko-KR" sz="1000" kern="0">
              <a:solidFill>
                <a:prstClr val="black">
                  <a:lumMod val="85000"/>
                  <a:lumOff val="15000"/>
                </a:prst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marL="66675" indent="-66675" latinLnBrk="0">
              <a:buClr>
                <a:schemeClr val="tx1">
                  <a:lumMod val="65000"/>
                  <a:lumOff val="35000"/>
                </a:schemeClr>
              </a:buClr>
              <a:buSzPct val="80000"/>
              <a:buFont typeface="Wingdings" panose="05000000000000000000" pitchFamily="2" charset="2"/>
              <a:buChar char="§"/>
            </a:pPr>
            <a:r>
              <a:rPr kumimoji="1" lang="ko-KR" altLang="en-US" sz="1000">
                <a:solidFill>
                  <a:prstClr val="black">
                    <a:lumMod val="85000"/>
                    <a:lumOff val="15000"/>
                  </a:prstClr>
                </a:solidFill>
                <a:latin typeface="KoPub돋움체 Medium" panose="02020603020101020101" pitchFamily="18" charset="-127"/>
              </a:rPr>
              <a:t>변경계약 프로세스 자동화</a:t>
            </a:r>
            <a:endParaRPr lang="ko-KR" altLang="en-US" sz="950" kern="0">
              <a:solidFill>
                <a:schemeClr val="tx1">
                  <a:lumMod val="75000"/>
                  <a:lumOff val="25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58" name="설명선: 아래쪽 화살표 257">
            <a:extLst>
              <a:ext uri="{FF2B5EF4-FFF2-40B4-BE49-F238E27FC236}">
                <a16:creationId xmlns:a16="http://schemas.microsoft.com/office/drawing/2014/main" id="{5EDB9253-70F4-973A-E722-E22A5A50EB64}"/>
              </a:ext>
            </a:extLst>
          </p:cNvPr>
          <p:cNvSpPr/>
          <p:nvPr/>
        </p:nvSpPr>
        <p:spPr bwMode="auto">
          <a:xfrm>
            <a:off x="2058505" y="2627403"/>
            <a:ext cx="2382231" cy="774403"/>
          </a:xfrm>
          <a:prstGeom prst="downArrowCallout">
            <a:avLst>
              <a:gd name="adj1" fmla="val 8792"/>
              <a:gd name="adj2" fmla="val 11739"/>
              <a:gd name="adj3" fmla="val 15422"/>
              <a:gd name="adj4" fmla="val 65486"/>
            </a:avLst>
          </a:prstGeom>
          <a:gradFill flip="none" rotWithShape="1">
            <a:gsLst>
              <a:gs pos="0">
                <a:srgbClr val="1EC5C1">
                  <a:tint val="66000"/>
                  <a:satMod val="160000"/>
                </a:srgbClr>
              </a:gs>
              <a:gs pos="50000">
                <a:srgbClr val="1EC5C1">
                  <a:tint val="44500"/>
                  <a:satMod val="160000"/>
                </a:srgbClr>
              </a:gs>
              <a:gs pos="100000">
                <a:srgbClr val="1EC5C1">
                  <a:tint val="23500"/>
                  <a:satMod val="160000"/>
                </a:srgbClr>
              </a:gs>
            </a:gsLst>
            <a:lin ang="8100000" scaled="1"/>
            <a:tileRect/>
          </a:gradFill>
          <a:ln w="12700"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marL="0" indent="-157320" algn="ctr" defTabSz="900828" fontAlgn="base" latinLnBrk="0">
              <a:spcBef>
                <a:spcPct val="0"/>
              </a:spcBef>
              <a:spcAft>
                <a:spcPct val="0"/>
              </a:spcAft>
              <a:buClr>
                <a:srgbClr val="808080"/>
              </a:buClr>
              <a:buSzPct val="50000"/>
            </a:pPr>
            <a:endParaRPr kumimoji="1" lang="ko-KR" altLang="en-US" sz="1400" spc="-3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39DC9649-83AB-09CD-F295-7B6167A29E15}"/>
              </a:ext>
            </a:extLst>
          </p:cNvPr>
          <p:cNvGrpSpPr/>
          <p:nvPr/>
        </p:nvGrpSpPr>
        <p:grpSpPr>
          <a:xfrm flipV="1">
            <a:off x="1124380" y="2726173"/>
            <a:ext cx="5372286" cy="288723"/>
            <a:chOff x="677532" y="3321264"/>
            <a:chExt cx="8550937" cy="215472"/>
          </a:xfrm>
        </p:grpSpPr>
        <p:sp>
          <p:nvSpPr>
            <p:cNvPr id="2" name="AutoShape 98">
              <a:extLst>
                <a:ext uri="{FF2B5EF4-FFF2-40B4-BE49-F238E27FC236}">
                  <a16:creationId xmlns:a16="http://schemas.microsoft.com/office/drawing/2014/main" id="{C97AA835-5EBD-5D80-5110-42BC57FF34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9917" y="3321264"/>
              <a:ext cx="1764913" cy="215472"/>
            </a:xfrm>
            <a:prstGeom prst="chevron">
              <a:avLst>
                <a:gd name="adj" fmla="val 16009"/>
              </a:avLst>
            </a:prstGeom>
            <a:solidFill>
              <a:srgbClr val="FFFFFF">
                <a:lumMod val="85000"/>
              </a:srgbClr>
            </a:solidFill>
            <a:ln w="9525" algn="ctr">
              <a:solidFill>
                <a:srgbClr val="FFFFFF"/>
              </a:solidFill>
              <a:miter lim="800000"/>
              <a:headEnd/>
              <a:tailEnd/>
            </a:ln>
            <a:effectLst/>
          </p:spPr>
          <p:txBody>
            <a:bodyPr rot="10800000" vert="horz" wrap="none" rIns="17743" anchor="ctr"/>
            <a:lstStyle>
              <a:defPPr>
                <a:defRPr lang="ko-KR"/>
              </a:defPPr>
              <a:lvl1pPr marL="0" algn="l" defTabSz="995363" rtl="0" eaLnBrk="0" latinLnBrk="1" hangingPunct="0">
                <a:defRPr kumimoji="1" sz="1000" b="1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1pPr>
              <a:lvl2pPr marL="809625" indent="-311150" algn="l" defTabSz="995363" rtl="0" eaLnBrk="0" latinLnBrk="1" hangingPunct="0">
                <a:defRPr kumimoji="1" sz="1000" b="1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2pPr>
              <a:lvl3pPr marL="1244600" indent="-249238" algn="l" defTabSz="995363" rtl="0" eaLnBrk="0" latinLnBrk="1" hangingPunct="0">
                <a:defRPr kumimoji="1" sz="1000" b="1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3pPr>
              <a:lvl4pPr marL="1743075" indent="-249238" algn="l" defTabSz="995363" rtl="0" eaLnBrk="0" latinLnBrk="1" hangingPunct="0">
                <a:defRPr kumimoji="1" sz="1000" b="1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4pPr>
              <a:lvl5pPr marL="2239963" indent="-249238" algn="l" defTabSz="995363" rtl="0" eaLnBrk="0" latinLnBrk="1" hangingPunct="0">
                <a:defRPr kumimoji="1" sz="1000" b="1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5pPr>
              <a:lvl6pPr marL="2697163" indent="-249238" algn="ctr" defTabSz="995363" rtl="0" eaLnBrk="0" fontAlgn="base" latinLnBrk="1" hangingPunct="0">
                <a:spcBef>
                  <a:spcPct val="0"/>
                </a:spcBef>
                <a:spcAft>
                  <a:spcPct val="0"/>
                </a:spcAft>
                <a:buSzPct val="80000"/>
                <a:defRPr kumimoji="1" sz="1000" b="1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6pPr>
              <a:lvl7pPr marL="3154363" indent="-249238" algn="ctr" defTabSz="995363" rtl="0" eaLnBrk="0" fontAlgn="base" latinLnBrk="1" hangingPunct="0">
                <a:spcBef>
                  <a:spcPct val="0"/>
                </a:spcBef>
                <a:spcAft>
                  <a:spcPct val="0"/>
                </a:spcAft>
                <a:buSzPct val="80000"/>
                <a:defRPr kumimoji="1" sz="1000" b="1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7pPr>
              <a:lvl8pPr marL="3611563" indent="-249238" algn="ctr" defTabSz="995363" rtl="0" eaLnBrk="0" fontAlgn="base" latinLnBrk="1" hangingPunct="0">
                <a:spcBef>
                  <a:spcPct val="0"/>
                </a:spcBef>
                <a:spcAft>
                  <a:spcPct val="0"/>
                </a:spcAft>
                <a:buSzPct val="80000"/>
                <a:defRPr kumimoji="1" sz="1000" b="1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8pPr>
              <a:lvl9pPr marL="4068763" indent="-249238" algn="ctr" defTabSz="995363" rtl="0" eaLnBrk="0" fontAlgn="base" latinLnBrk="1" hangingPunct="0">
                <a:spcBef>
                  <a:spcPct val="0"/>
                </a:spcBef>
                <a:spcAft>
                  <a:spcPct val="0"/>
                </a:spcAft>
                <a:buSzPct val="80000"/>
                <a:defRPr kumimoji="1" sz="1000" b="1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9pPr>
            </a:lstStyle>
            <a:p>
              <a:pPr algn="ctr" defTabSz="902993" eaLnBrk="1" fontAlgn="base" latinLnBrk="0" hangingPunct="1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ko-KR" altLang="en-US" kern="0" err="1">
                  <a:solidFill>
                    <a:srgbClr val="000000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열공급</a:t>
              </a:r>
              <a:r>
                <a:rPr lang="ko-KR" altLang="en-US" kern="0">
                  <a:solidFill>
                    <a:srgbClr val="000000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 신청</a:t>
              </a:r>
            </a:p>
          </p:txBody>
        </p:sp>
        <p:sp>
          <p:nvSpPr>
            <p:cNvPr id="3" name="AutoShape 98">
              <a:extLst>
                <a:ext uri="{FF2B5EF4-FFF2-40B4-BE49-F238E27FC236}">
                  <a16:creationId xmlns:a16="http://schemas.microsoft.com/office/drawing/2014/main" id="{3D3A4702-9383-C7CD-1F30-60C0AD9A40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46856" y="3321264"/>
              <a:ext cx="1752523" cy="215472"/>
            </a:xfrm>
            <a:prstGeom prst="chevron">
              <a:avLst>
                <a:gd name="adj" fmla="val 16009"/>
              </a:avLst>
            </a:prstGeom>
            <a:solidFill>
              <a:srgbClr val="FFFFFF">
                <a:lumMod val="75000"/>
              </a:srgbClr>
            </a:solidFill>
            <a:ln w="9525" algn="ctr">
              <a:solidFill>
                <a:srgbClr val="FFFFFF"/>
              </a:solidFill>
              <a:miter lim="800000"/>
              <a:headEnd/>
              <a:tailEnd/>
            </a:ln>
            <a:effectLst/>
          </p:spPr>
          <p:txBody>
            <a:bodyPr rot="10800000" vert="horz" wrap="none" rIns="17743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81102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ko-KR" altLang="en-US" sz="1000" b="1" kern="0">
                  <a:solidFill>
                    <a:srgbClr val="000000"/>
                  </a:solidFill>
                  <a:latin typeface="KoPub돋움체 Medium" panose="02020603020101020101" pitchFamily="18" charset="-127"/>
                </a:rPr>
                <a:t>계약 체결</a:t>
              </a:r>
            </a:p>
          </p:txBody>
        </p:sp>
        <p:sp>
          <p:nvSpPr>
            <p:cNvPr id="5" name="AutoShape 98">
              <a:extLst>
                <a:ext uri="{FF2B5EF4-FFF2-40B4-BE49-F238E27FC236}">
                  <a16:creationId xmlns:a16="http://schemas.microsoft.com/office/drawing/2014/main" id="{BAE7E896-D726-3783-BC84-C91777F51D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1403" y="3321264"/>
              <a:ext cx="1752523" cy="215472"/>
            </a:xfrm>
            <a:prstGeom prst="chevron">
              <a:avLst>
                <a:gd name="adj" fmla="val 16009"/>
              </a:avLst>
            </a:prstGeom>
            <a:solidFill>
              <a:srgbClr val="73B1FD"/>
            </a:solidFill>
            <a:ln w="9525" algn="ctr">
              <a:solidFill>
                <a:srgbClr val="FFFFFF"/>
              </a:solidFill>
              <a:miter lim="800000"/>
              <a:headEnd/>
              <a:tailEnd/>
            </a:ln>
            <a:effectLst/>
          </p:spPr>
          <p:txBody>
            <a:bodyPr rot="10800000" vert="horz" wrap="none" rIns="17743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81102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ko-KR" altLang="en-US" sz="1000" b="1" kern="0">
                  <a:solidFill>
                    <a:schemeClr val="bg1"/>
                  </a:solidFill>
                  <a:latin typeface="KoPub돋움체 Medium" panose="02020603020101020101" pitchFamily="18" charset="-127"/>
                </a:rPr>
                <a:t>점검</a:t>
              </a:r>
            </a:p>
          </p:txBody>
        </p:sp>
        <p:sp>
          <p:nvSpPr>
            <p:cNvPr id="6" name="AutoShape 98">
              <a:extLst>
                <a:ext uri="{FF2B5EF4-FFF2-40B4-BE49-F238E27FC236}">
                  <a16:creationId xmlns:a16="http://schemas.microsoft.com/office/drawing/2014/main" id="{391A4768-AB24-D10A-4CC6-88BA224B61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75946" y="3321264"/>
              <a:ext cx="1752523" cy="215472"/>
            </a:xfrm>
            <a:prstGeom prst="chevron">
              <a:avLst>
                <a:gd name="adj" fmla="val 16009"/>
              </a:avLst>
            </a:prstGeom>
            <a:solidFill>
              <a:srgbClr val="035BC3"/>
            </a:solidFill>
            <a:ln w="9525" algn="ctr">
              <a:solidFill>
                <a:srgbClr val="FFFFFF"/>
              </a:solidFill>
              <a:miter lim="800000"/>
              <a:headEnd/>
              <a:tailEnd/>
            </a:ln>
            <a:effectLst/>
          </p:spPr>
          <p:txBody>
            <a:bodyPr rot="10800000" vert="horz" wrap="none" rIns="17743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81102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ko-KR" altLang="en-US" sz="1000" b="1" kern="0" err="1">
                  <a:solidFill>
                    <a:schemeClr val="bg1"/>
                  </a:solidFill>
                  <a:latin typeface="KoPub돋움체 Medium" panose="02020603020101020101" pitchFamily="18" charset="-127"/>
                </a:rPr>
                <a:t>열공급</a:t>
              </a:r>
              <a:r>
                <a:rPr kumimoji="1" lang="ko-KR" altLang="en-US" sz="1000" b="1" kern="0">
                  <a:solidFill>
                    <a:schemeClr val="bg1"/>
                  </a:solidFill>
                  <a:latin typeface="KoPub돋움체 Medium" panose="02020603020101020101" pitchFamily="18" charset="-127"/>
                </a:rPr>
                <a:t> 완료</a:t>
              </a:r>
            </a:p>
          </p:txBody>
        </p:sp>
        <p:sp>
          <p:nvSpPr>
            <p:cNvPr id="7" name="AutoShape 97">
              <a:extLst>
                <a:ext uri="{FF2B5EF4-FFF2-40B4-BE49-F238E27FC236}">
                  <a16:creationId xmlns:a16="http://schemas.microsoft.com/office/drawing/2014/main" id="{C32FEA74-7AF4-DFDC-47D6-D27E233319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7532" y="3330493"/>
              <a:ext cx="1728454" cy="197015"/>
            </a:xfrm>
            <a:prstGeom prst="homePlate">
              <a:avLst>
                <a:gd name="adj" fmla="val 26264"/>
              </a:avLst>
            </a:prstGeom>
            <a:solidFill>
              <a:sysClr val="window" lastClr="FFFFFF"/>
            </a:solidFill>
            <a:ln w="9525" algn="ctr">
              <a:solidFill>
                <a:sysClr val="window" lastClr="FFFFFF">
                  <a:lumMod val="85000"/>
                </a:sysClr>
              </a:solidFill>
              <a:miter lim="800000"/>
              <a:headEnd/>
              <a:tailEnd/>
            </a:ln>
            <a:effectLst/>
          </p:spPr>
          <p:txBody>
            <a:bodyPr rot="10800000" vert="horz" wrap="none" anchor="ctr"/>
            <a:lstStyle>
              <a:defPPr>
                <a:defRPr lang="ko-KR"/>
              </a:defPPr>
              <a:lvl1pPr marL="0" algn="l" defTabSz="995363" rtl="0" eaLnBrk="0" latinLnBrk="1" hangingPunct="0">
                <a:defRPr kumimoji="1" sz="1000" b="1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1pPr>
              <a:lvl2pPr marL="809625" indent="-311150" algn="l" defTabSz="995363" rtl="0" eaLnBrk="0" latinLnBrk="1" hangingPunct="0">
                <a:defRPr kumimoji="1" sz="1000" b="1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2pPr>
              <a:lvl3pPr marL="1244600" indent="-249238" algn="l" defTabSz="995363" rtl="0" eaLnBrk="0" latinLnBrk="1" hangingPunct="0">
                <a:defRPr kumimoji="1" sz="1000" b="1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3pPr>
              <a:lvl4pPr marL="1743075" indent="-249238" algn="l" defTabSz="995363" rtl="0" eaLnBrk="0" latinLnBrk="1" hangingPunct="0">
                <a:defRPr kumimoji="1" sz="1000" b="1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4pPr>
              <a:lvl5pPr marL="2239963" indent="-249238" algn="l" defTabSz="995363" rtl="0" eaLnBrk="0" latinLnBrk="1" hangingPunct="0">
                <a:defRPr kumimoji="1" sz="1000" b="1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5pPr>
              <a:lvl6pPr marL="2697163" indent="-249238" algn="ctr" defTabSz="995363" rtl="0" eaLnBrk="0" fontAlgn="base" latinLnBrk="1" hangingPunct="0">
                <a:spcBef>
                  <a:spcPct val="0"/>
                </a:spcBef>
                <a:spcAft>
                  <a:spcPct val="0"/>
                </a:spcAft>
                <a:buSzPct val="80000"/>
                <a:defRPr kumimoji="1" sz="1000" b="1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6pPr>
              <a:lvl7pPr marL="3154363" indent="-249238" algn="ctr" defTabSz="995363" rtl="0" eaLnBrk="0" fontAlgn="base" latinLnBrk="1" hangingPunct="0">
                <a:spcBef>
                  <a:spcPct val="0"/>
                </a:spcBef>
                <a:spcAft>
                  <a:spcPct val="0"/>
                </a:spcAft>
                <a:buSzPct val="80000"/>
                <a:defRPr kumimoji="1" sz="1000" b="1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7pPr>
              <a:lvl8pPr marL="3611563" indent="-249238" algn="ctr" defTabSz="995363" rtl="0" eaLnBrk="0" fontAlgn="base" latinLnBrk="1" hangingPunct="0">
                <a:spcBef>
                  <a:spcPct val="0"/>
                </a:spcBef>
                <a:spcAft>
                  <a:spcPct val="0"/>
                </a:spcAft>
                <a:buSzPct val="80000"/>
                <a:defRPr kumimoji="1" sz="1000" b="1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8pPr>
              <a:lvl9pPr marL="4068763" indent="-249238" algn="ctr" defTabSz="995363" rtl="0" eaLnBrk="0" fontAlgn="base" latinLnBrk="1" hangingPunct="0">
                <a:spcBef>
                  <a:spcPct val="0"/>
                </a:spcBef>
                <a:spcAft>
                  <a:spcPct val="0"/>
                </a:spcAft>
                <a:buSzPct val="80000"/>
                <a:defRPr kumimoji="1" sz="1000" b="1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9pPr>
            </a:lstStyle>
            <a:p>
              <a:pPr marL="0" marR="0" lvl="0" indent="0" algn="ctr" defTabSz="902993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건축허가 협의</a:t>
              </a:r>
            </a:p>
          </p:txBody>
        </p:sp>
      </p:grpSp>
      <p:grpSp>
        <p:nvGrpSpPr>
          <p:cNvPr id="238" name="그룹 237">
            <a:extLst>
              <a:ext uri="{FF2B5EF4-FFF2-40B4-BE49-F238E27FC236}">
                <a16:creationId xmlns:a16="http://schemas.microsoft.com/office/drawing/2014/main" id="{26AC5E22-F65A-BEB7-2461-DD490658B2C5}"/>
              </a:ext>
            </a:extLst>
          </p:cNvPr>
          <p:cNvGrpSpPr/>
          <p:nvPr/>
        </p:nvGrpSpPr>
        <p:grpSpPr>
          <a:xfrm>
            <a:off x="1070303" y="3649696"/>
            <a:ext cx="2170918" cy="1024221"/>
            <a:chOff x="1070303" y="3306796"/>
            <a:chExt cx="1733857" cy="1024221"/>
          </a:xfrm>
        </p:grpSpPr>
        <p:sp>
          <p:nvSpPr>
            <p:cNvPr id="232" name="직사각형 231">
              <a:extLst>
                <a:ext uri="{FF2B5EF4-FFF2-40B4-BE49-F238E27FC236}">
                  <a16:creationId xmlns:a16="http://schemas.microsoft.com/office/drawing/2014/main" id="{5E827FCC-D320-DCA1-F3A9-8B272E7E2E57}"/>
                </a:ext>
              </a:extLst>
            </p:cNvPr>
            <p:cNvSpPr/>
            <p:nvPr/>
          </p:nvSpPr>
          <p:spPr>
            <a:xfrm>
              <a:off x="1070303" y="3306796"/>
              <a:ext cx="1733857" cy="278833"/>
            </a:xfrm>
            <a:prstGeom prst="rect">
              <a:avLst/>
            </a:prstGeom>
            <a:solidFill>
              <a:srgbClr val="035BC3"/>
            </a:solidFill>
            <a:ln>
              <a:noFill/>
            </a:ln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1000" b="1">
                  <a:solidFill>
                    <a:prstClr val="white"/>
                  </a:solidFill>
                  <a:latin typeface="KoPub돋움체 Medium" panose="02020603020101020101" pitchFamily="18" charset="-127"/>
                </a:rPr>
                <a:t>제출기한 모니터링</a:t>
              </a:r>
            </a:p>
          </p:txBody>
        </p:sp>
        <p:sp>
          <p:nvSpPr>
            <p:cNvPr id="233" name="Text Box 260">
              <a:extLst>
                <a:ext uri="{FF2B5EF4-FFF2-40B4-BE49-F238E27FC236}">
                  <a16:creationId xmlns:a16="http://schemas.microsoft.com/office/drawing/2014/main" id="{770938C4-F5E5-FC93-9311-2A21A8662A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70303" y="3684686"/>
              <a:ext cx="1733857" cy="6463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 anchor="t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85725" indent="-85725" fontAlgn="base" latinLnBrk="0">
                <a:spcBef>
                  <a:spcPts val="100"/>
                </a:spcBef>
                <a:spcAft>
                  <a:spcPct val="0"/>
                </a:spcAft>
                <a:buClr>
                  <a:srgbClr val="969696"/>
                </a:buClr>
                <a:buSzPts val="800"/>
                <a:buFont typeface="Wingdings" pitchFamily="2" charset="2"/>
                <a:buChar char="§"/>
                <a:defRPr/>
              </a:pPr>
              <a:r>
                <a:rPr kumimoji="1" lang="ko-KR" altLang="en-US" sz="1050"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Medium" panose="02020603020101020101" pitchFamily="18" charset="-127"/>
                </a:rPr>
                <a:t>착공일 기준 서류 제출 기한을 시스템이 계산하여 지연 시 담당자 및 고객에게 통합 알림 발송</a:t>
              </a:r>
              <a:r>
                <a:rPr kumimoji="1" lang="en-US" altLang="ko-KR" sz="1050"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Medium" panose="02020603020101020101" pitchFamily="18" charset="-127"/>
                </a:rPr>
                <a:t>, </a:t>
              </a:r>
              <a:r>
                <a:rPr kumimoji="1" lang="ko-KR" altLang="en-US" sz="1050"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Medium" panose="02020603020101020101" pitchFamily="18" charset="-127"/>
                </a:rPr>
                <a:t>업무 공백 방지</a:t>
              </a:r>
            </a:p>
          </p:txBody>
        </p:sp>
      </p:grpSp>
      <p:grpSp>
        <p:nvGrpSpPr>
          <p:cNvPr id="239" name="그룹 238">
            <a:extLst>
              <a:ext uri="{FF2B5EF4-FFF2-40B4-BE49-F238E27FC236}">
                <a16:creationId xmlns:a16="http://schemas.microsoft.com/office/drawing/2014/main" id="{BC41EC5F-85CE-8EAE-428D-F152E37B4D35}"/>
              </a:ext>
            </a:extLst>
          </p:cNvPr>
          <p:cNvGrpSpPr/>
          <p:nvPr/>
        </p:nvGrpSpPr>
        <p:grpSpPr>
          <a:xfrm>
            <a:off x="1070303" y="4804556"/>
            <a:ext cx="2170917" cy="1024221"/>
            <a:chOff x="1070303" y="3306796"/>
            <a:chExt cx="1733857" cy="1024221"/>
          </a:xfrm>
        </p:grpSpPr>
        <p:sp>
          <p:nvSpPr>
            <p:cNvPr id="240" name="직사각형 239">
              <a:extLst>
                <a:ext uri="{FF2B5EF4-FFF2-40B4-BE49-F238E27FC236}">
                  <a16:creationId xmlns:a16="http://schemas.microsoft.com/office/drawing/2014/main" id="{7E511600-2B43-9073-2C24-D7A797BFD826}"/>
                </a:ext>
              </a:extLst>
            </p:cNvPr>
            <p:cNvSpPr/>
            <p:nvPr/>
          </p:nvSpPr>
          <p:spPr>
            <a:xfrm>
              <a:off x="1070303" y="3306796"/>
              <a:ext cx="1733857" cy="278833"/>
            </a:xfrm>
            <a:prstGeom prst="rect">
              <a:avLst/>
            </a:prstGeom>
            <a:solidFill>
              <a:srgbClr val="035BC3"/>
            </a:solidFill>
            <a:ln>
              <a:noFill/>
            </a:ln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1000" b="1">
                  <a:solidFill>
                    <a:prstClr val="white"/>
                  </a:solidFill>
                  <a:latin typeface="KoPub돋움체 Medium" panose="02020603020101020101" pitchFamily="18" charset="-127"/>
                </a:rPr>
                <a:t>설계도서 접수 및 검토</a:t>
              </a:r>
            </a:p>
          </p:txBody>
        </p:sp>
        <p:sp>
          <p:nvSpPr>
            <p:cNvPr id="241" name="Text Box 260">
              <a:extLst>
                <a:ext uri="{FF2B5EF4-FFF2-40B4-BE49-F238E27FC236}">
                  <a16:creationId xmlns:a16="http://schemas.microsoft.com/office/drawing/2014/main" id="{69B73B08-18DB-8CB2-6A9C-B93B4E0508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70303" y="3684686"/>
              <a:ext cx="1733857" cy="6463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 anchor="t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85725" indent="-85725" fontAlgn="base" latinLnBrk="0">
                <a:spcBef>
                  <a:spcPts val="100"/>
                </a:spcBef>
                <a:spcAft>
                  <a:spcPct val="0"/>
                </a:spcAft>
                <a:buClr>
                  <a:srgbClr val="969696"/>
                </a:buClr>
                <a:buSzPts val="800"/>
                <a:buFont typeface="Wingdings" pitchFamily="2" charset="2"/>
                <a:buChar char="§"/>
                <a:defRPr/>
              </a:pPr>
              <a:r>
                <a:rPr kumimoji="1" lang="ko-KR" altLang="en-US" sz="1050"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Medium" panose="02020603020101020101" pitchFamily="18" charset="-127"/>
                </a:rPr>
                <a:t>최대 </a:t>
              </a:r>
              <a:r>
                <a:rPr kumimoji="1" lang="en-US" altLang="ko-KR" sz="1050"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Medium" panose="02020603020101020101" pitchFamily="18" charset="-127"/>
                </a:rPr>
                <a:t>3GB</a:t>
              </a:r>
              <a:r>
                <a:rPr kumimoji="1" lang="ko-KR" altLang="en-US" sz="1050"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Medium" panose="02020603020101020101" pitchFamily="18" charset="-127"/>
                </a:rPr>
                <a:t>의 대용량 도면 업로드와 버전 관리를 지원</a:t>
              </a:r>
              <a:r>
                <a:rPr kumimoji="1" lang="en-US" altLang="ko-KR" sz="1050"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Medium" panose="02020603020101020101" pitchFamily="18" charset="-127"/>
                </a:rPr>
                <a:t>, </a:t>
              </a:r>
              <a:r>
                <a:rPr kumimoji="1" lang="ko-KR" altLang="en-US" sz="1050" err="1"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Medium" panose="02020603020101020101" pitchFamily="18" charset="-127"/>
                </a:rPr>
                <a:t>열수송관팀</a:t>
              </a:r>
              <a:r>
                <a:rPr kumimoji="1" lang="ko-KR" altLang="en-US" sz="1050"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Medium" panose="02020603020101020101" pitchFamily="18" charset="-127"/>
                </a:rPr>
                <a:t> 등 관련 부서 간의 검토 의견 환류 프로세스를 통해 승인 기간 단축</a:t>
              </a:r>
            </a:p>
          </p:txBody>
        </p:sp>
      </p:grpSp>
      <p:sp>
        <p:nvSpPr>
          <p:cNvPr id="260" name="TextBox 259">
            <a:extLst>
              <a:ext uri="{FF2B5EF4-FFF2-40B4-BE49-F238E27FC236}">
                <a16:creationId xmlns:a16="http://schemas.microsoft.com/office/drawing/2014/main" id="{977BEADD-CEFF-AD3C-1D9E-13ABC8610724}"/>
              </a:ext>
            </a:extLst>
          </p:cNvPr>
          <p:cNvSpPr txBox="1"/>
          <p:nvPr/>
        </p:nvSpPr>
        <p:spPr>
          <a:xfrm>
            <a:off x="1808171" y="3386593"/>
            <a:ext cx="291381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ko-KR" altLang="en-US" sz="1000" err="1">
                <a:ln>
                  <a:solidFill>
                    <a:schemeClr val="tx2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열공급</a:t>
            </a:r>
            <a:r>
              <a:rPr kumimoji="1" lang="ko-KR" altLang="en-US" sz="1000">
                <a:ln>
                  <a:solidFill>
                    <a:schemeClr val="tx2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신청부터</a:t>
            </a:r>
            <a:r>
              <a:rPr kumimoji="1" lang="en-US" altLang="ko-KR" sz="1000">
                <a:ln>
                  <a:solidFill>
                    <a:schemeClr val="tx2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kumimoji="1" lang="ko-KR" altLang="en-US" sz="1000">
                <a:ln>
                  <a:solidFill>
                    <a:schemeClr val="tx2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계약 체결까지의 주요 과업 이행 내용</a:t>
            </a:r>
          </a:p>
        </p:txBody>
      </p:sp>
      <p:grpSp>
        <p:nvGrpSpPr>
          <p:cNvPr id="261" name="그룹 260">
            <a:extLst>
              <a:ext uri="{FF2B5EF4-FFF2-40B4-BE49-F238E27FC236}">
                <a16:creationId xmlns:a16="http://schemas.microsoft.com/office/drawing/2014/main" id="{FDD03C64-6853-45B2-1E7C-805EDC38B5CB}"/>
              </a:ext>
            </a:extLst>
          </p:cNvPr>
          <p:cNvGrpSpPr/>
          <p:nvPr/>
        </p:nvGrpSpPr>
        <p:grpSpPr>
          <a:xfrm>
            <a:off x="3347867" y="3651409"/>
            <a:ext cx="3205869" cy="2368177"/>
            <a:chOff x="1070303" y="3306796"/>
            <a:chExt cx="1733857" cy="2368177"/>
          </a:xfrm>
        </p:grpSpPr>
        <p:sp>
          <p:nvSpPr>
            <p:cNvPr id="262" name="직사각형 261">
              <a:extLst>
                <a:ext uri="{FF2B5EF4-FFF2-40B4-BE49-F238E27FC236}">
                  <a16:creationId xmlns:a16="http://schemas.microsoft.com/office/drawing/2014/main" id="{7FF70114-8CC1-7C1E-D72F-11DB8AD0F1FF}"/>
                </a:ext>
              </a:extLst>
            </p:cNvPr>
            <p:cNvSpPr/>
            <p:nvPr/>
          </p:nvSpPr>
          <p:spPr>
            <a:xfrm>
              <a:off x="1070303" y="3306796"/>
              <a:ext cx="1733857" cy="278833"/>
            </a:xfrm>
            <a:prstGeom prst="rect">
              <a:avLst/>
            </a:prstGeom>
            <a:solidFill>
              <a:srgbClr val="035BC3"/>
            </a:solidFill>
            <a:ln>
              <a:noFill/>
            </a:ln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1000" b="1" err="1">
                  <a:solidFill>
                    <a:prstClr val="white"/>
                  </a:solidFill>
                  <a:latin typeface="KoPub돋움체 Medium" panose="02020603020101020101" pitchFamily="18" charset="-127"/>
                </a:rPr>
                <a:t>열수급</a:t>
              </a:r>
              <a:r>
                <a:rPr kumimoji="1" lang="ko-KR" altLang="en-US" sz="1000" b="1">
                  <a:solidFill>
                    <a:prstClr val="white"/>
                  </a:solidFill>
                  <a:latin typeface="KoPub돋움체 Medium" panose="02020603020101020101" pitchFamily="18" charset="-127"/>
                </a:rPr>
                <a:t> 및 </a:t>
              </a:r>
              <a:r>
                <a:rPr kumimoji="1" lang="ko-KR" altLang="en-US" sz="1000" b="1" err="1">
                  <a:solidFill>
                    <a:prstClr val="white"/>
                  </a:solidFill>
                  <a:latin typeface="KoPub돋움체 Medium" panose="02020603020101020101" pitchFamily="18" charset="-127"/>
                </a:rPr>
                <a:t>열수급</a:t>
              </a:r>
              <a:r>
                <a:rPr kumimoji="1" lang="ko-KR" altLang="en-US" sz="1000" b="1">
                  <a:solidFill>
                    <a:prstClr val="white"/>
                  </a:solidFill>
                  <a:latin typeface="KoPub돋움체 Medium" panose="02020603020101020101" pitchFamily="18" charset="-127"/>
                </a:rPr>
                <a:t> 변경 계약</a:t>
              </a:r>
            </a:p>
          </p:txBody>
        </p:sp>
        <p:sp>
          <p:nvSpPr>
            <p:cNvPr id="263" name="Text Box 260">
              <a:extLst>
                <a:ext uri="{FF2B5EF4-FFF2-40B4-BE49-F238E27FC236}">
                  <a16:creationId xmlns:a16="http://schemas.microsoft.com/office/drawing/2014/main" id="{B9DF6D50-AF4E-3C43-CD7A-76D6DC3EDC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70303" y="3684686"/>
              <a:ext cx="1733857" cy="19902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 anchor="t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85725" indent="-85725" fontAlgn="base" latinLnBrk="0">
                <a:spcBef>
                  <a:spcPts val="100"/>
                </a:spcBef>
                <a:spcAft>
                  <a:spcPct val="0"/>
                </a:spcAft>
                <a:buClr>
                  <a:srgbClr val="969696"/>
                </a:buClr>
                <a:buSzPts val="800"/>
                <a:buFont typeface="Wingdings" pitchFamily="2" charset="2"/>
                <a:buChar char="§"/>
                <a:defRPr/>
              </a:pPr>
              <a:r>
                <a:rPr kumimoji="1" lang="ko-KR" altLang="en-US" sz="1050"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Medium" panose="02020603020101020101" pitchFamily="18" charset="-127"/>
                </a:rPr>
                <a:t>고객이 시스템에서 계약서 초안을 검토하고 수정 요청 또는 신청을 진행</a:t>
              </a:r>
              <a:r>
                <a:rPr kumimoji="1" lang="en-US" altLang="ko-KR" sz="1050"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Medium" panose="02020603020101020101" pitchFamily="18" charset="-127"/>
                </a:rPr>
                <a:t>, </a:t>
              </a:r>
              <a:r>
                <a:rPr kumimoji="1" lang="ko-KR" altLang="en-US" sz="1050"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Medium" panose="02020603020101020101" pitchFamily="18" charset="-127"/>
                </a:rPr>
                <a:t>담당자는 검토 이력 관리 및 계약 시행 품의 진행</a:t>
              </a:r>
              <a:endParaRPr kumimoji="1" lang="en-US" altLang="ko-KR" sz="1050">
                <a:solidFill>
                  <a:prstClr val="black">
                    <a:lumMod val="85000"/>
                    <a:lumOff val="15000"/>
                  </a:prstClr>
                </a:solidFill>
                <a:latin typeface="KoPub돋움체 Medium" panose="02020603020101020101" pitchFamily="18" charset="-127"/>
              </a:endParaRPr>
            </a:p>
            <a:p>
              <a:pPr marL="85725" indent="-85725" fontAlgn="base" latinLnBrk="0">
                <a:spcBef>
                  <a:spcPts val="100"/>
                </a:spcBef>
                <a:spcAft>
                  <a:spcPct val="0"/>
                </a:spcAft>
                <a:buClr>
                  <a:srgbClr val="969696"/>
                </a:buClr>
                <a:buSzPts val="800"/>
                <a:buFont typeface="Wingdings" pitchFamily="2" charset="2"/>
                <a:buChar char="§"/>
                <a:defRPr/>
              </a:pPr>
              <a:endParaRPr kumimoji="1" lang="en-US" altLang="ko-KR" sz="1050">
                <a:solidFill>
                  <a:prstClr val="black">
                    <a:lumMod val="85000"/>
                    <a:lumOff val="15000"/>
                  </a:prstClr>
                </a:solidFill>
                <a:latin typeface="KoPub돋움체 Medium" panose="02020603020101020101" pitchFamily="18" charset="-127"/>
              </a:endParaRPr>
            </a:p>
            <a:p>
              <a:pPr marL="85725" indent="-85725" fontAlgn="base" latinLnBrk="0">
                <a:spcBef>
                  <a:spcPts val="100"/>
                </a:spcBef>
                <a:spcAft>
                  <a:spcPct val="0"/>
                </a:spcAft>
                <a:buClr>
                  <a:srgbClr val="969696"/>
                </a:buClr>
                <a:buSzPts val="800"/>
                <a:buFont typeface="Wingdings" pitchFamily="2" charset="2"/>
                <a:buChar char="§"/>
                <a:defRPr/>
              </a:pPr>
              <a:r>
                <a:rPr kumimoji="1" lang="ko-KR" altLang="en-US" sz="1050"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Medium" panose="02020603020101020101" pitchFamily="18" charset="-127"/>
                </a:rPr>
                <a:t>조건부 승인 결과에 따라 확정된 </a:t>
              </a:r>
              <a:r>
                <a:rPr kumimoji="1" lang="ko-KR" altLang="en-US" sz="1050" err="1"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Medium" panose="02020603020101020101" pitchFamily="18" charset="-127"/>
                </a:rPr>
                <a:t>열부하</a:t>
              </a:r>
              <a:r>
                <a:rPr kumimoji="1" lang="ko-KR" altLang="en-US" sz="1050"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Medium" panose="02020603020101020101" pitchFamily="18" charset="-127"/>
                </a:rPr>
                <a:t> 정보를 분담금 잔금에 반영</a:t>
              </a:r>
              <a:r>
                <a:rPr kumimoji="1" lang="en-US" altLang="ko-KR" sz="1050"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Medium" panose="02020603020101020101" pitchFamily="18" charset="-127"/>
                </a:rPr>
                <a:t>, </a:t>
              </a:r>
              <a:r>
                <a:rPr kumimoji="1" lang="ko-KR" altLang="en-US" sz="1050"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Medium" panose="02020603020101020101" pitchFamily="18" charset="-127"/>
                </a:rPr>
                <a:t>변경 계약서 초고를 생성하여 업무의 </a:t>
              </a:r>
              <a:r>
                <a:rPr kumimoji="1" lang="en-US" altLang="ko-KR" sz="1050"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Medium" panose="02020603020101020101" pitchFamily="18" charset="-127"/>
                </a:rPr>
                <a:t>Seamless Flow </a:t>
              </a:r>
              <a:r>
                <a:rPr kumimoji="1" lang="ko-KR" altLang="en-US" sz="1050"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Medium" panose="02020603020101020101" pitchFamily="18" charset="-127"/>
                </a:rPr>
                <a:t>실현</a:t>
              </a:r>
              <a:endParaRPr kumimoji="1" lang="en-US" altLang="ko-KR" sz="1050">
                <a:solidFill>
                  <a:prstClr val="black">
                    <a:lumMod val="85000"/>
                    <a:lumOff val="15000"/>
                  </a:prstClr>
                </a:solidFill>
                <a:latin typeface="KoPub돋움체 Medium" panose="02020603020101020101" pitchFamily="18" charset="-127"/>
              </a:endParaRPr>
            </a:p>
            <a:p>
              <a:pPr marL="85725" indent="-85725" fontAlgn="base" latinLnBrk="0">
                <a:spcBef>
                  <a:spcPts val="100"/>
                </a:spcBef>
                <a:spcAft>
                  <a:spcPct val="0"/>
                </a:spcAft>
                <a:buClr>
                  <a:srgbClr val="969696"/>
                </a:buClr>
                <a:buSzPts val="800"/>
                <a:buFont typeface="Wingdings" pitchFamily="2" charset="2"/>
                <a:buChar char="§"/>
                <a:defRPr/>
              </a:pPr>
              <a:endParaRPr kumimoji="1" lang="en-US" altLang="ko-KR" sz="1050">
                <a:solidFill>
                  <a:prstClr val="black">
                    <a:lumMod val="85000"/>
                    <a:lumOff val="15000"/>
                  </a:prstClr>
                </a:solidFill>
                <a:latin typeface="KoPub돋움체 Medium" panose="02020603020101020101" pitchFamily="18" charset="-127"/>
              </a:endParaRPr>
            </a:p>
            <a:p>
              <a:pPr marL="85725" indent="-85725" fontAlgn="base" latinLnBrk="0">
                <a:spcBef>
                  <a:spcPts val="100"/>
                </a:spcBef>
                <a:spcAft>
                  <a:spcPct val="0"/>
                </a:spcAft>
                <a:buClr>
                  <a:srgbClr val="969696"/>
                </a:buClr>
                <a:buSzPts val="800"/>
                <a:buFont typeface="Wingdings" pitchFamily="2" charset="2"/>
                <a:buChar char="§"/>
                <a:defRPr/>
              </a:pPr>
              <a:r>
                <a:rPr kumimoji="1" lang="ko-KR" altLang="en-US" sz="1050"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Medium" panose="02020603020101020101" pitchFamily="18" charset="-127"/>
                </a:rPr>
                <a:t>변경계약 승인 시 전자서명 요청을 자동 발송</a:t>
              </a:r>
              <a:r>
                <a:rPr kumimoji="1" lang="en-US" altLang="ko-KR" sz="1050"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Medium" panose="02020603020101020101" pitchFamily="18" charset="-127"/>
                </a:rPr>
                <a:t>, </a:t>
              </a:r>
              <a:r>
                <a:rPr kumimoji="1" lang="ko-KR" altLang="en-US" sz="1050"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Medium" panose="02020603020101020101" pitchFamily="18" charset="-127"/>
                </a:rPr>
                <a:t>체결 완료 및 기안 승인 완료 후 잔금 청구 내역을 회계 시스템에 연동하여 수납 관리 단계로 지체 없이 이어지도록 구성</a:t>
              </a:r>
              <a:endParaRPr lang="ko-KR" altLang="en-US" sz="1050">
                <a:solidFill>
                  <a:prstClr val="black">
                    <a:lumMod val="85000"/>
                    <a:lumOff val="15000"/>
                  </a:prstClr>
                </a:solidFill>
                <a:latin typeface="KoPub돋움체 Medium" panose="02020603020101020101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786660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직사각형 35">
            <a:extLst>
              <a:ext uri="{FF2B5EF4-FFF2-40B4-BE49-F238E27FC236}">
                <a16:creationId xmlns:a16="http://schemas.microsoft.com/office/drawing/2014/main" id="{F76ADD18-A0F7-4163-BCBE-F233029ED27C}"/>
              </a:ext>
            </a:extLst>
          </p:cNvPr>
          <p:cNvSpPr/>
          <p:nvPr/>
        </p:nvSpPr>
        <p:spPr>
          <a:xfrm>
            <a:off x="7096539" y="5014061"/>
            <a:ext cx="2283770" cy="227953"/>
          </a:xfrm>
          <a:prstGeom prst="rect">
            <a:avLst/>
          </a:prstGeom>
          <a:solidFill>
            <a:srgbClr val="D7E9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eaLnBrk="0" latinLnBrk="0" hangingPunct="0"/>
            <a:r>
              <a:rPr lang="en-US" altLang="ko-KR" sz="1200" kern="0">
                <a:ln w="1270" cmpd="sng">
                  <a:solidFill>
                    <a:prstClr val="white">
                      <a:alpha val="0"/>
                    </a:prstClr>
                  </a:solidFill>
                  <a:prstDash val="solid"/>
                  <a:miter lim="800000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3. </a:t>
            </a:r>
            <a:r>
              <a:rPr lang="ko-KR" altLang="en-US" sz="1200" kern="0">
                <a:ln w="1270" cmpd="sng">
                  <a:solidFill>
                    <a:prstClr val="white">
                      <a:alpha val="0"/>
                    </a:prstClr>
                  </a:solidFill>
                  <a:prstDash val="solid"/>
                  <a:miter lim="800000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기준정보 체계화</a:t>
            </a:r>
          </a:p>
        </p:txBody>
      </p:sp>
      <p:sp>
        <p:nvSpPr>
          <p:cNvPr id="37" name="Rectangle 44" descr="흐름도3">
            <a:extLst>
              <a:ext uri="{FF2B5EF4-FFF2-40B4-BE49-F238E27FC236}">
                <a16:creationId xmlns:a16="http://schemas.microsoft.com/office/drawing/2014/main" id="{93DC2C4E-E76A-489C-926B-8D94109A0959}"/>
              </a:ext>
            </a:extLst>
          </p:cNvPr>
          <p:cNvSpPr>
            <a:spLocks noChangeArrowheads="1"/>
          </p:cNvSpPr>
          <p:nvPr/>
        </p:nvSpPr>
        <p:spPr bwMode="gray">
          <a:xfrm>
            <a:off x="7277431" y="5325141"/>
            <a:ext cx="2043060" cy="58477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66675" indent="-66675" latinLnBrk="0">
              <a:buClr>
                <a:schemeClr val="tx1">
                  <a:lumMod val="65000"/>
                  <a:lumOff val="35000"/>
                </a:schemeClr>
              </a:buClr>
              <a:buSzPct val="80000"/>
              <a:buFont typeface="Wingdings" panose="05000000000000000000" pitchFamily="2" charset="2"/>
              <a:buChar char="§"/>
            </a:pPr>
            <a:r>
              <a:rPr lang="ko-KR" altLang="en-US" sz="950" kern="0" err="1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열공급</a:t>
            </a:r>
            <a:r>
              <a:rPr lang="ko-KR" altLang="en-US" sz="950" kern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처리 각 업무 프로세스별 기준정보를 체계화하여 단계별 수행 기준을 명확히 하고</a:t>
            </a:r>
            <a:r>
              <a:rPr lang="en-US" altLang="ko-KR" sz="950" kern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, </a:t>
            </a:r>
            <a:r>
              <a:rPr lang="ko-KR" altLang="en-US" sz="950" kern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기준 충족 여부 기반으로 진행단계를 통제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887ADD6E-8E5A-484A-98C4-8C8E38F67B2F}"/>
              </a:ext>
            </a:extLst>
          </p:cNvPr>
          <p:cNvSpPr/>
          <p:nvPr/>
        </p:nvSpPr>
        <p:spPr>
          <a:xfrm>
            <a:off x="7096539" y="3876617"/>
            <a:ext cx="2283770" cy="227953"/>
          </a:xfrm>
          <a:prstGeom prst="rect">
            <a:avLst/>
          </a:prstGeom>
          <a:solidFill>
            <a:srgbClr val="D7E9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eaLnBrk="0" latinLnBrk="0" hangingPunct="0"/>
            <a:r>
              <a:rPr lang="en-US" altLang="ko-KR" sz="1200" kern="0">
                <a:ln w="1270" cmpd="sng">
                  <a:solidFill>
                    <a:prstClr val="white">
                      <a:alpha val="0"/>
                    </a:prstClr>
                  </a:solidFill>
                  <a:prstDash val="solid"/>
                  <a:miter lim="800000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2. </a:t>
            </a:r>
            <a:r>
              <a:rPr lang="ko-KR" altLang="en-US" sz="1200" kern="0">
                <a:ln w="1270" cmpd="sng">
                  <a:solidFill>
                    <a:prstClr val="white">
                      <a:alpha val="0"/>
                    </a:prstClr>
                  </a:solidFill>
                  <a:prstDash val="solid"/>
                  <a:miter lim="800000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표준화 및 </a:t>
            </a:r>
            <a:r>
              <a:rPr lang="en-US" altLang="ko-KR" sz="1200" kern="0">
                <a:ln w="1270" cmpd="sng">
                  <a:solidFill>
                    <a:prstClr val="white">
                      <a:alpha val="0"/>
                    </a:prstClr>
                  </a:solidFill>
                  <a:prstDash val="solid"/>
                  <a:miter lim="800000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Task</a:t>
            </a:r>
            <a:r>
              <a:rPr lang="ko-KR" altLang="en-US" sz="1200" kern="0" err="1">
                <a:ln w="1270" cmpd="sng">
                  <a:solidFill>
                    <a:prstClr val="white">
                      <a:alpha val="0"/>
                    </a:prstClr>
                  </a:solidFill>
                  <a:prstDash val="solid"/>
                  <a:miter lim="800000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알림체계구현</a:t>
            </a:r>
            <a:endParaRPr lang="ko-KR" altLang="en-US" sz="1200" kern="0">
              <a:ln w="1270" cmpd="sng">
                <a:solidFill>
                  <a:prstClr val="white">
                    <a:alpha val="0"/>
                  </a:prstClr>
                </a:solidFill>
                <a:prstDash val="solid"/>
                <a:miter lim="800000"/>
              </a:ln>
              <a:solidFill>
                <a:schemeClr val="tx1">
                  <a:lumMod val="85000"/>
                  <a:lumOff val="15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39" name="Rectangle 44" descr="흐름도3">
            <a:extLst>
              <a:ext uri="{FF2B5EF4-FFF2-40B4-BE49-F238E27FC236}">
                <a16:creationId xmlns:a16="http://schemas.microsoft.com/office/drawing/2014/main" id="{1580AB39-806D-4AA4-9A73-0D78428AECDD}"/>
              </a:ext>
            </a:extLst>
          </p:cNvPr>
          <p:cNvSpPr>
            <a:spLocks noChangeArrowheads="1"/>
          </p:cNvSpPr>
          <p:nvPr/>
        </p:nvSpPr>
        <p:spPr bwMode="gray">
          <a:xfrm>
            <a:off x="7277431" y="4187697"/>
            <a:ext cx="2043060" cy="73096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66675" indent="-66675" latinLnBrk="0">
              <a:buClr>
                <a:schemeClr val="tx1">
                  <a:lumMod val="65000"/>
                  <a:lumOff val="35000"/>
                </a:schemeClr>
              </a:buClr>
              <a:buSzPct val="80000"/>
              <a:buFont typeface="Wingdings" panose="05000000000000000000" pitchFamily="2" charset="2"/>
              <a:buChar char="§"/>
            </a:pPr>
            <a:r>
              <a:rPr lang="en-US" altLang="ko-KR" sz="950" kern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Seamless</a:t>
            </a:r>
            <a:r>
              <a:rPr lang="ko-KR" altLang="en-US" sz="950" kern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한 업무 수행과 커뮤니케이션 손실 최소화를 위해 업무 프로세스를 정규화하고 단계별 </a:t>
            </a:r>
            <a:r>
              <a:rPr lang="en-US" altLang="ko-KR" sz="950" kern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Task </a:t>
            </a:r>
            <a:r>
              <a:rPr lang="ko-KR" altLang="en-US" sz="950" kern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담당자 알림 구현</a:t>
            </a:r>
            <a:endParaRPr lang="en-US" altLang="ko-KR" sz="950" kern="0">
              <a:solidFill>
                <a:schemeClr val="tx1">
                  <a:lumMod val="75000"/>
                  <a:lumOff val="25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latinLnBrk="0">
              <a:buClr>
                <a:schemeClr val="tx1">
                  <a:lumMod val="65000"/>
                  <a:lumOff val="35000"/>
                </a:schemeClr>
              </a:buClr>
              <a:buSzPct val="80000"/>
            </a:pPr>
            <a:endParaRPr lang="ko-KR" altLang="en-US" sz="950" kern="0">
              <a:solidFill>
                <a:schemeClr val="tx1">
                  <a:lumMod val="75000"/>
                  <a:lumOff val="25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450D18B8-A0D0-42E5-BDC3-5289610EF776}"/>
              </a:ext>
            </a:extLst>
          </p:cNvPr>
          <p:cNvSpPr/>
          <p:nvPr/>
        </p:nvSpPr>
        <p:spPr>
          <a:xfrm>
            <a:off x="7096539" y="2607930"/>
            <a:ext cx="2283770" cy="227953"/>
          </a:xfrm>
          <a:prstGeom prst="rect">
            <a:avLst/>
          </a:prstGeom>
          <a:solidFill>
            <a:srgbClr val="D7E9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eaLnBrk="0" latinLnBrk="0" hangingPunct="0"/>
            <a:r>
              <a:rPr lang="en-US" altLang="ko-KR" sz="1200" kern="0">
                <a:ln w="1270" cmpd="sng">
                  <a:solidFill>
                    <a:prstClr val="white">
                      <a:alpha val="0"/>
                    </a:prstClr>
                  </a:solidFill>
                  <a:prstDash val="solid"/>
                  <a:miter lim="800000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1. Activity </a:t>
            </a:r>
            <a:r>
              <a:rPr lang="ko-KR" altLang="en-US" sz="1200" kern="0">
                <a:ln w="1270" cmpd="sng">
                  <a:solidFill>
                    <a:prstClr val="white">
                      <a:alpha val="0"/>
                    </a:prstClr>
                  </a:solidFill>
                  <a:prstDash val="solid"/>
                  <a:miter lim="800000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중심 프로세스 설계</a:t>
            </a:r>
          </a:p>
        </p:txBody>
      </p:sp>
      <p:sp>
        <p:nvSpPr>
          <p:cNvPr id="41" name="Rectangle 44" descr="흐름도3">
            <a:extLst>
              <a:ext uri="{FF2B5EF4-FFF2-40B4-BE49-F238E27FC236}">
                <a16:creationId xmlns:a16="http://schemas.microsoft.com/office/drawing/2014/main" id="{3E904461-642F-48E4-83C1-6E9BA00EC94D}"/>
              </a:ext>
            </a:extLst>
          </p:cNvPr>
          <p:cNvSpPr>
            <a:spLocks noChangeArrowheads="1"/>
          </p:cNvSpPr>
          <p:nvPr/>
        </p:nvSpPr>
        <p:spPr bwMode="gray">
          <a:xfrm>
            <a:off x="7277431" y="2919010"/>
            <a:ext cx="2043060" cy="73096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66675" indent="-66675" latinLnBrk="0">
              <a:buClr>
                <a:schemeClr val="tx1">
                  <a:lumMod val="65000"/>
                  <a:lumOff val="35000"/>
                </a:schemeClr>
              </a:buClr>
              <a:buSzPct val="80000"/>
              <a:buFont typeface="Wingdings" panose="05000000000000000000" pitchFamily="2" charset="2"/>
              <a:buChar char="§"/>
            </a:pPr>
            <a:r>
              <a:rPr lang="ko-KR" altLang="en-US" sz="950" kern="0" err="1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열공급</a:t>
            </a:r>
            <a:r>
              <a:rPr lang="ko-KR" altLang="en-US" sz="950" kern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처리를 위한 단계별 업무프로세스를 </a:t>
            </a:r>
            <a:r>
              <a:rPr lang="en-US" altLang="ko-KR" sz="950" kern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Activity </a:t>
            </a:r>
            <a:r>
              <a:rPr lang="ko-KR" altLang="en-US" sz="950" kern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단위로 정의하고</a:t>
            </a:r>
            <a:r>
              <a:rPr lang="en-US" altLang="ko-KR" sz="950" kern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, </a:t>
            </a:r>
            <a:r>
              <a:rPr lang="ko-KR" altLang="en-US" sz="950" kern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개별 </a:t>
            </a:r>
            <a:r>
              <a:rPr lang="en-US" altLang="ko-KR" sz="950" kern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Task </a:t>
            </a:r>
            <a:r>
              <a:rPr lang="ko-KR" altLang="en-US" sz="950" kern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수행 여부를 기반으로 </a:t>
            </a:r>
            <a:r>
              <a:rPr lang="en-US" altLang="ko-KR" sz="950" kern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E2E </a:t>
            </a:r>
            <a:r>
              <a:rPr lang="ko-KR" altLang="en-US" sz="950" kern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진행 단계를 자동 점검</a:t>
            </a:r>
            <a:r>
              <a:rPr lang="en-US" altLang="ko-KR" sz="950" kern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·</a:t>
            </a:r>
            <a:r>
              <a:rPr lang="ko-KR" altLang="en-US" sz="950" kern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통제하는 체계를 구현</a:t>
            </a:r>
          </a:p>
        </p:txBody>
      </p:sp>
      <p:sp>
        <p:nvSpPr>
          <p:cNvPr id="114" name="Rectangle 5">
            <a:extLst>
              <a:ext uri="{FF2B5EF4-FFF2-40B4-BE49-F238E27FC236}">
                <a16:creationId xmlns:a16="http://schemas.microsoft.com/office/drawing/2014/main" id="{2549B18E-C92D-9D40-825B-A986C08E08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811" y="479272"/>
            <a:ext cx="238848" cy="3877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0C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b">
            <a:spAutoFit/>
          </a:bodyPr>
          <a:lstStyle/>
          <a:p>
            <a:pPr algn="ctr" defTabSz="935755">
              <a:lnSpc>
                <a:spcPct val="90000"/>
              </a:lnSpc>
              <a:spcBef>
                <a:spcPct val="0"/>
              </a:spcBef>
            </a:pPr>
            <a:r>
              <a:rPr lang="en-US" altLang="ko-KR" sz="280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  <a:cs typeface="+mj-cs"/>
              </a:rPr>
              <a:t>3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A76F793-E237-4FF1-84B3-656ECE2CC0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2540" y="1143327"/>
            <a:ext cx="8569585" cy="483466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 anchorCtr="0">
            <a:spAutoFit/>
          </a:bodyPr>
          <a:lstStyle/>
          <a:p>
            <a:pPr defTabSz="903512" fontAlgn="base" latinLnBrk="0">
              <a:lnSpc>
                <a:spcPct val="120000"/>
              </a:lnSpc>
              <a:spcBef>
                <a:spcPts val="100"/>
              </a:spcBef>
              <a:spcAft>
                <a:spcPct val="0"/>
              </a:spcAft>
              <a:buClr>
                <a:srgbClr val="4D4D4D"/>
              </a:buClr>
              <a:buSzPct val="120000"/>
            </a:pPr>
            <a:r>
              <a:rPr lang="ko-KR" altLang="en-US" dirty="0"/>
              <a:t>중간점검</a:t>
            </a:r>
            <a:r>
              <a:rPr lang="en-US" altLang="ko-KR" dirty="0"/>
              <a:t>, </a:t>
            </a:r>
            <a:r>
              <a:rPr lang="ko-KR" altLang="en-US" dirty="0"/>
              <a:t>준공점검</a:t>
            </a:r>
            <a:r>
              <a:rPr lang="en-US" altLang="ko-KR" dirty="0"/>
              <a:t>, </a:t>
            </a:r>
            <a:r>
              <a:rPr lang="ko-KR" altLang="en-US" dirty="0" err="1"/>
              <a:t>열공급</a:t>
            </a:r>
            <a:r>
              <a:rPr lang="ko-KR" altLang="en-US" dirty="0"/>
              <a:t> 처리 등 업무영역을 단일 프로세스로 통합하고</a:t>
            </a:r>
            <a:r>
              <a:rPr lang="en-US" altLang="ko-KR" dirty="0"/>
              <a:t>, </a:t>
            </a:r>
            <a:r>
              <a:rPr lang="ko-KR" altLang="en-US" dirty="0"/>
              <a:t>각 단계별 </a:t>
            </a:r>
            <a:r>
              <a:rPr lang="en-US" altLang="ko-KR" dirty="0"/>
              <a:t>Activity </a:t>
            </a:r>
            <a:r>
              <a:rPr lang="ko-KR" altLang="en-US" dirty="0"/>
              <a:t>기반의 표준화를 통해 수작업을 최소화하며 데이터 기반의 통합 관리체계를 구현합니다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0E86E52D-CF8B-43DD-B4DD-415FD8815DD1}"/>
              </a:ext>
            </a:extLst>
          </p:cNvPr>
          <p:cNvGrpSpPr/>
          <p:nvPr/>
        </p:nvGrpSpPr>
        <p:grpSpPr>
          <a:xfrm>
            <a:off x="1019552" y="265478"/>
            <a:ext cx="2572499" cy="546027"/>
            <a:chOff x="1019552" y="265478"/>
            <a:chExt cx="2572499" cy="546027"/>
          </a:xfrm>
        </p:grpSpPr>
        <p:sp>
          <p:nvSpPr>
            <p:cNvPr id="13" name="Rectangle 5">
              <a:extLst>
                <a:ext uri="{FF2B5EF4-FFF2-40B4-BE49-F238E27FC236}">
                  <a16:creationId xmlns:a16="http://schemas.microsoft.com/office/drawing/2014/main" id="{8F84B6E1-07FA-4C04-931C-2E32A7D603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9552" y="617093"/>
              <a:ext cx="2572499" cy="1944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0C0C0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b">
              <a:spAutoFit/>
            </a:bodyPr>
            <a:lstStyle/>
            <a:p>
              <a:pPr defTabSz="935755">
                <a:lnSpc>
                  <a:spcPct val="90000"/>
                </a:lnSpc>
                <a:spcBef>
                  <a:spcPct val="0"/>
                </a:spcBef>
              </a:pPr>
              <a:r>
                <a:rPr lang="en-US" altLang="ko-KR" sz="1400" spc="-80">
                  <a:ln>
                    <a:solidFill>
                      <a:srgbClr val="CF043C">
                        <a:alpha val="0"/>
                      </a:srgbClr>
                    </a:solidFill>
                  </a:ln>
                  <a:solidFill>
                    <a:schemeClr val="tx2">
                      <a:lumMod val="60000"/>
                      <a:lumOff val="40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+mj-cs"/>
                </a:rPr>
                <a:t>3.6 </a:t>
              </a:r>
              <a:r>
                <a:rPr lang="ko-KR" altLang="en-US" sz="1400" spc="-80">
                  <a:ln>
                    <a:solidFill>
                      <a:srgbClr val="CF043C">
                        <a:alpha val="0"/>
                      </a:srgbClr>
                    </a:solidFill>
                  </a:ln>
                  <a:solidFill>
                    <a:schemeClr val="tx2">
                      <a:lumMod val="60000"/>
                      <a:lumOff val="40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+mj-cs"/>
                </a:rPr>
                <a:t>영업 관리 </a:t>
              </a:r>
              <a:r>
                <a:rPr lang="en-US" altLang="ko-KR" sz="1400" spc="-80">
                  <a:ln>
                    <a:solidFill>
                      <a:srgbClr val="CF043C">
                        <a:alpha val="0"/>
                      </a:srgbClr>
                    </a:solidFill>
                  </a:ln>
                  <a:solidFill>
                    <a:schemeClr val="tx2">
                      <a:lumMod val="60000"/>
                      <a:lumOff val="40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+mj-cs"/>
                </a:rPr>
                <a:t>2.0</a:t>
              </a:r>
              <a:r>
                <a:rPr lang="ko-KR" altLang="en-US" sz="1400" spc="-80">
                  <a:ln>
                    <a:solidFill>
                      <a:srgbClr val="CF043C">
                        <a:alpha val="0"/>
                      </a:srgbClr>
                    </a:solidFill>
                  </a:ln>
                  <a:solidFill>
                    <a:schemeClr val="tx2">
                      <a:lumMod val="60000"/>
                      <a:lumOff val="40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+mj-cs"/>
                </a:rPr>
                <a:t> ≫ </a:t>
              </a:r>
              <a:r>
                <a:rPr lang="en-US" altLang="ko-KR" sz="1400" spc="-80">
                  <a:ln>
                    <a:solidFill>
                      <a:srgbClr val="CF043C">
                        <a:alpha val="0"/>
                      </a:srgbClr>
                    </a:solidFill>
                  </a:ln>
                  <a:solidFill>
                    <a:schemeClr val="tx2">
                      <a:lumMod val="60000"/>
                      <a:lumOff val="40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+mj-cs"/>
                </a:rPr>
                <a:t>3.6.5 </a:t>
              </a:r>
              <a:r>
                <a:rPr lang="ko-KR" altLang="en-US" sz="1400" spc="-80" err="1">
                  <a:ln>
                    <a:solidFill>
                      <a:srgbClr val="CF043C">
                        <a:alpha val="0"/>
                      </a:srgbClr>
                    </a:solidFill>
                  </a:ln>
                  <a:solidFill>
                    <a:schemeClr val="tx2">
                      <a:lumMod val="60000"/>
                      <a:lumOff val="40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+mj-cs"/>
                </a:rPr>
                <a:t>열공급</a:t>
              </a:r>
              <a:r>
                <a:rPr lang="ko-KR" altLang="en-US" sz="1400" spc="-80">
                  <a:ln>
                    <a:solidFill>
                      <a:srgbClr val="CF043C">
                        <a:alpha val="0"/>
                      </a:srgbClr>
                    </a:solidFill>
                  </a:ln>
                  <a:solidFill>
                    <a:schemeClr val="tx2">
                      <a:lumMod val="60000"/>
                      <a:lumOff val="40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+mj-cs"/>
                </a:rPr>
                <a:t> 관리</a:t>
              </a:r>
              <a:endParaRPr lang="ko-KR" altLang="en-US" sz="1600">
                <a:ln>
                  <a:solidFill>
                    <a:srgbClr val="CF043C">
                      <a:alpha val="0"/>
                    </a:srgb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+mj-cs"/>
              </a:endParaRPr>
            </a:p>
          </p:txBody>
        </p:sp>
        <p:sp>
          <p:nvSpPr>
            <p:cNvPr id="14" name="Rectangle 5">
              <a:extLst>
                <a:ext uri="{FF2B5EF4-FFF2-40B4-BE49-F238E27FC236}">
                  <a16:creationId xmlns:a16="http://schemas.microsoft.com/office/drawing/2014/main" id="{2051D768-FD59-4514-B1FC-6ECC3ED5B6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9552" y="265478"/>
              <a:ext cx="1283044" cy="2221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0C0C0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b">
              <a:spAutoFit/>
            </a:bodyPr>
            <a:lstStyle/>
            <a:p>
              <a:pPr defTabSz="935755">
                <a:lnSpc>
                  <a:spcPct val="90000"/>
                </a:lnSpc>
                <a:spcBef>
                  <a:spcPct val="0"/>
                </a:spcBef>
              </a:pPr>
              <a:r>
                <a:rPr lang="ko-KR" altLang="en-US" sz="1600" spc="-80">
                  <a:ln>
                    <a:solidFill>
                      <a:srgbClr val="CF043C">
                        <a:alpha val="0"/>
                      </a:srgbClr>
                    </a:solidFill>
                  </a:ln>
                  <a:solidFill>
                    <a:schemeClr val="tx2">
                      <a:lumMod val="60000"/>
                      <a:lumOff val="40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+mj-cs"/>
                </a:rPr>
                <a:t>시스템 구축 방안</a:t>
              </a: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BB6B3711-7F61-4065-AA43-D7D1F47799AD}"/>
              </a:ext>
            </a:extLst>
          </p:cNvPr>
          <p:cNvGrpSpPr/>
          <p:nvPr/>
        </p:nvGrpSpPr>
        <p:grpSpPr>
          <a:xfrm>
            <a:off x="524507" y="2240868"/>
            <a:ext cx="6572032" cy="4212000"/>
            <a:chOff x="524508" y="2240868"/>
            <a:chExt cx="6300000" cy="4212000"/>
          </a:xfrm>
        </p:grpSpPr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01EB04A1-1292-499B-B8F6-C7BA34EF47B2}"/>
                </a:ext>
              </a:extLst>
            </p:cNvPr>
            <p:cNvSpPr/>
            <p:nvPr/>
          </p:nvSpPr>
          <p:spPr>
            <a:xfrm flipH="1">
              <a:off x="524508" y="2240868"/>
              <a:ext cx="6300000" cy="4212000"/>
            </a:xfrm>
            <a:prstGeom prst="rect">
              <a:avLst/>
            </a:prstGeom>
            <a:solidFill>
              <a:sysClr val="window" lastClr="FFFFFF"/>
            </a:solidFill>
            <a:ln w="19050" cap="flat" cmpd="sng" algn="ctr">
              <a:solidFill>
                <a:srgbClr val="2770A8"/>
              </a:solidFill>
              <a:prstDash val="solid"/>
              <a:miter lim="800000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0" i="0" u="none" strike="noStrike" kern="0" cap="none" spc="0" normalizeH="0" baseline="0" noProof="0">
                <a:ln w="1270"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  <a:cs typeface="+mn-cs"/>
              </a:endParaRP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0DD1CB74-E07E-4BB4-8C2B-7368DF0B374D}"/>
                </a:ext>
              </a:extLst>
            </p:cNvPr>
            <p:cNvSpPr/>
            <p:nvPr/>
          </p:nvSpPr>
          <p:spPr>
            <a:xfrm flipH="1">
              <a:off x="565728" y="2272553"/>
              <a:ext cx="6217560" cy="288723"/>
            </a:xfrm>
            <a:prstGeom prst="rect">
              <a:avLst/>
            </a:prstGeom>
            <a:solidFill>
              <a:srgbClr val="2770A8"/>
            </a:solidFill>
            <a:ln w="381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marL="0" lvl="1" algn="ctr"/>
              <a:r>
                <a:rPr lang="en-US" altLang="ko-KR" sz="1400" dirty="0"/>
                <a:t>Workflow</a:t>
              </a:r>
              <a:r>
                <a:rPr lang="ko-KR" altLang="en-US" sz="1400" dirty="0"/>
                <a:t> 기반의 업무 프로세스 최적화</a:t>
              </a:r>
            </a:p>
          </p:txBody>
        </p:sp>
      </p:grp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580A7E8C-5323-4C98-87B7-232FA93A3F1F}"/>
              </a:ext>
            </a:extLst>
          </p:cNvPr>
          <p:cNvSpPr/>
          <p:nvPr/>
        </p:nvSpPr>
        <p:spPr>
          <a:xfrm>
            <a:off x="7893012" y="2301301"/>
            <a:ext cx="782265" cy="23173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 latinLnBrk="0">
              <a:lnSpc>
                <a:spcPts val="1900"/>
              </a:lnSpc>
              <a:defRPr/>
            </a:pPr>
            <a:r>
              <a:rPr lang="ko-KR" altLang="en-US" sz="1400">
                <a:ln>
                  <a:solidFill>
                    <a:srgbClr val="00458A">
                      <a:alpha val="0"/>
                    </a:srgbClr>
                  </a:solidFill>
                </a:ln>
                <a:solidFill>
                  <a:srgbClr val="2770A8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주 요 </a:t>
            </a:r>
            <a:r>
              <a:rPr lang="ko-KR" altLang="en-US" sz="1400" err="1">
                <a:ln>
                  <a:solidFill>
                    <a:srgbClr val="00458A">
                      <a:alpha val="0"/>
                    </a:srgbClr>
                  </a:solidFill>
                </a:ln>
                <a:solidFill>
                  <a:srgbClr val="2770A8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특</a:t>
            </a:r>
            <a:r>
              <a:rPr lang="ko-KR" altLang="en-US" sz="1400">
                <a:ln>
                  <a:solidFill>
                    <a:srgbClr val="00458A">
                      <a:alpha val="0"/>
                    </a:srgbClr>
                  </a:solidFill>
                </a:ln>
                <a:solidFill>
                  <a:srgbClr val="2770A8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징</a:t>
            </a:r>
          </a:p>
        </p:txBody>
      </p:sp>
      <p:sp>
        <p:nvSpPr>
          <p:cNvPr id="9" name="Rectangle 44" descr="흐름도3">
            <a:extLst>
              <a:ext uri="{FF2B5EF4-FFF2-40B4-BE49-F238E27FC236}">
                <a16:creationId xmlns:a16="http://schemas.microsoft.com/office/drawing/2014/main" id="{52210641-B7A8-A860-DC0D-0EEA13C7BED5}"/>
              </a:ext>
            </a:extLst>
          </p:cNvPr>
          <p:cNvSpPr>
            <a:spLocks noChangeArrowheads="1"/>
          </p:cNvSpPr>
          <p:nvPr/>
        </p:nvSpPr>
        <p:spPr bwMode="gray">
          <a:xfrm>
            <a:off x="855224" y="3637155"/>
            <a:ext cx="1296333" cy="87716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66675" indent="-66675" algn="ctr" latinLnBrk="0">
              <a:buClr>
                <a:schemeClr val="tx1">
                  <a:lumMod val="65000"/>
                  <a:lumOff val="35000"/>
                </a:schemeClr>
              </a:buClr>
              <a:buSzPct val="80000"/>
              <a:buFont typeface="Wingdings" panose="05000000000000000000" pitchFamily="2" charset="2"/>
              <a:buChar char="§"/>
            </a:pPr>
            <a:r>
              <a:rPr lang="ko-KR" altLang="en-US" sz="950" kern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신청 접수</a:t>
            </a:r>
            <a:endParaRPr lang="en-US" altLang="ko-KR" sz="950" kern="0">
              <a:solidFill>
                <a:schemeClr val="tx1">
                  <a:lumMod val="75000"/>
                  <a:lumOff val="25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marL="66675" indent="-66675" algn="ctr" latinLnBrk="0">
              <a:buClr>
                <a:schemeClr val="tx1">
                  <a:lumMod val="65000"/>
                  <a:lumOff val="35000"/>
                </a:schemeClr>
              </a:buClr>
              <a:buSzPct val="80000"/>
              <a:buFont typeface="Wingdings" panose="05000000000000000000" pitchFamily="2" charset="2"/>
              <a:buChar char="§"/>
            </a:pPr>
            <a:r>
              <a:rPr lang="ko-KR" altLang="en-US" sz="950" kern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알림 및 스케줄등록</a:t>
            </a:r>
            <a:endParaRPr lang="en-US" altLang="ko-KR" sz="950" kern="0">
              <a:solidFill>
                <a:schemeClr val="tx1">
                  <a:lumMod val="75000"/>
                  <a:lumOff val="25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marL="66675" indent="-66675" algn="ctr" latinLnBrk="0">
              <a:buClr>
                <a:schemeClr val="tx1">
                  <a:lumMod val="65000"/>
                  <a:lumOff val="35000"/>
                </a:schemeClr>
              </a:buClr>
              <a:buSzPct val="80000"/>
              <a:buFont typeface="Wingdings" panose="05000000000000000000" pitchFamily="2" charset="2"/>
              <a:buChar char="§"/>
            </a:pPr>
            <a:r>
              <a:rPr lang="ko-KR" altLang="en-US" sz="950" kern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현장 점검</a:t>
            </a:r>
            <a:endParaRPr lang="en-US" altLang="ko-KR" sz="950" kern="0">
              <a:solidFill>
                <a:schemeClr val="tx1">
                  <a:lumMod val="75000"/>
                  <a:lumOff val="25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marL="66675" indent="-66675" algn="ctr" latinLnBrk="0">
              <a:buClr>
                <a:schemeClr val="tx1">
                  <a:lumMod val="65000"/>
                  <a:lumOff val="35000"/>
                </a:schemeClr>
              </a:buClr>
              <a:buSzPct val="80000"/>
              <a:buFont typeface="Wingdings" panose="05000000000000000000" pitchFamily="2" charset="2"/>
              <a:buChar char="§"/>
            </a:pPr>
            <a:r>
              <a:rPr lang="ko-KR" altLang="en-US" sz="950" kern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결과 등록</a:t>
            </a:r>
            <a:endParaRPr lang="en-US" altLang="ko-KR" sz="950" kern="0">
              <a:solidFill>
                <a:schemeClr val="tx1">
                  <a:lumMod val="75000"/>
                  <a:lumOff val="25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marL="66675" indent="-66675" algn="ctr" latinLnBrk="0">
              <a:buClr>
                <a:schemeClr val="tx1">
                  <a:lumMod val="65000"/>
                  <a:lumOff val="35000"/>
                </a:schemeClr>
              </a:buClr>
              <a:buSzPct val="80000"/>
              <a:buFont typeface="Wingdings" panose="05000000000000000000" pitchFamily="2" charset="2"/>
              <a:buChar char="§"/>
            </a:pPr>
            <a:r>
              <a:rPr lang="ko-KR" altLang="en-US" sz="950" kern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보완 관리</a:t>
            </a:r>
            <a:endParaRPr lang="en-US" altLang="ko-KR" sz="950" kern="0">
              <a:solidFill>
                <a:schemeClr val="tx1">
                  <a:lumMod val="75000"/>
                  <a:lumOff val="25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marL="66675" indent="-66675" algn="ctr" latinLnBrk="0">
              <a:buClr>
                <a:schemeClr val="tx1">
                  <a:lumMod val="65000"/>
                  <a:lumOff val="35000"/>
                </a:schemeClr>
              </a:buClr>
              <a:buSzPct val="80000"/>
              <a:buFont typeface="Wingdings" panose="05000000000000000000" pitchFamily="2" charset="2"/>
              <a:buChar char="§"/>
            </a:pPr>
            <a:r>
              <a:rPr lang="ko-KR" altLang="en-US" sz="950" kern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점검 종료</a:t>
            </a:r>
          </a:p>
        </p:txBody>
      </p:sp>
      <p:sp>
        <p:nvSpPr>
          <p:cNvPr id="12" name="Rectangle 44" descr="흐름도3">
            <a:extLst>
              <a:ext uri="{FF2B5EF4-FFF2-40B4-BE49-F238E27FC236}">
                <a16:creationId xmlns:a16="http://schemas.microsoft.com/office/drawing/2014/main" id="{0CACB0F0-72FD-1D78-BC17-C03394D7C94A}"/>
              </a:ext>
            </a:extLst>
          </p:cNvPr>
          <p:cNvSpPr>
            <a:spLocks noChangeArrowheads="1"/>
          </p:cNvSpPr>
          <p:nvPr/>
        </p:nvSpPr>
        <p:spPr bwMode="gray">
          <a:xfrm>
            <a:off x="2570285" y="3637155"/>
            <a:ext cx="1296333" cy="87716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66675" indent="-66675" algn="ctr" latinLnBrk="0">
              <a:buClr>
                <a:schemeClr val="tx1">
                  <a:lumMod val="65000"/>
                  <a:lumOff val="35000"/>
                </a:schemeClr>
              </a:buClr>
              <a:buSzPct val="80000"/>
              <a:buFont typeface="Wingdings" panose="05000000000000000000" pitchFamily="2" charset="2"/>
              <a:buChar char="§"/>
            </a:pPr>
            <a:r>
              <a:rPr lang="ko-KR" altLang="en-US" sz="950" kern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준공 점검 접수</a:t>
            </a:r>
            <a:endParaRPr lang="en-US" altLang="ko-KR" sz="950" kern="0">
              <a:solidFill>
                <a:schemeClr val="tx1">
                  <a:lumMod val="75000"/>
                  <a:lumOff val="25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marL="66675" indent="-66675" algn="ctr" latinLnBrk="0">
              <a:buClr>
                <a:schemeClr val="tx1">
                  <a:lumMod val="65000"/>
                  <a:lumOff val="35000"/>
                </a:schemeClr>
              </a:buClr>
              <a:buSzPct val="80000"/>
              <a:buFont typeface="Wingdings" panose="05000000000000000000" pitchFamily="2" charset="2"/>
              <a:buChar char="§"/>
            </a:pPr>
            <a:r>
              <a:rPr lang="ko-KR" altLang="en-US" sz="950" kern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사전 검토 및 스케줄 등록</a:t>
            </a:r>
            <a:endParaRPr lang="en-US" altLang="ko-KR" sz="950" kern="0">
              <a:solidFill>
                <a:schemeClr val="tx1">
                  <a:lumMod val="75000"/>
                  <a:lumOff val="25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marL="66675" indent="-66675" algn="ctr" latinLnBrk="0">
              <a:buClr>
                <a:schemeClr val="tx1">
                  <a:lumMod val="65000"/>
                  <a:lumOff val="35000"/>
                </a:schemeClr>
              </a:buClr>
              <a:buSzPct val="80000"/>
              <a:buFont typeface="Wingdings" panose="05000000000000000000" pitchFamily="2" charset="2"/>
              <a:buChar char="§"/>
            </a:pPr>
            <a:r>
              <a:rPr lang="ko-KR" altLang="en-US" sz="950" kern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현장 점검</a:t>
            </a:r>
            <a:endParaRPr lang="en-US" altLang="ko-KR" sz="950" kern="0">
              <a:solidFill>
                <a:schemeClr val="tx1">
                  <a:lumMod val="75000"/>
                  <a:lumOff val="25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marL="66675" indent="-66675" algn="ctr" latinLnBrk="0">
              <a:buClr>
                <a:schemeClr val="tx1">
                  <a:lumMod val="65000"/>
                  <a:lumOff val="35000"/>
                </a:schemeClr>
              </a:buClr>
              <a:buSzPct val="80000"/>
              <a:buFont typeface="Wingdings" panose="05000000000000000000" pitchFamily="2" charset="2"/>
              <a:buChar char="§"/>
            </a:pPr>
            <a:r>
              <a:rPr lang="ko-KR" altLang="en-US" sz="950" kern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결과 판정</a:t>
            </a:r>
            <a:endParaRPr lang="en-US" altLang="ko-KR" sz="950" kern="0">
              <a:solidFill>
                <a:schemeClr val="tx1">
                  <a:lumMod val="75000"/>
                  <a:lumOff val="25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marL="66675" indent="-66675" algn="ctr" latinLnBrk="0">
              <a:buClr>
                <a:schemeClr val="tx1">
                  <a:lumMod val="65000"/>
                  <a:lumOff val="35000"/>
                </a:schemeClr>
              </a:buClr>
              <a:buSzPct val="80000"/>
              <a:buFont typeface="Wingdings" panose="05000000000000000000" pitchFamily="2" charset="2"/>
              <a:buChar char="§"/>
            </a:pPr>
            <a:r>
              <a:rPr lang="ko-KR" altLang="en-US" sz="950" kern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승인 처리</a:t>
            </a:r>
            <a:endParaRPr lang="en-US" altLang="ko-KR" sz="950" kern="0">
              <a:solidFill>
                <a:schemeClr val="tx1">
                  <a:lumMod val="75000"/>
                  <a:lumOff val="25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marL="66675" indent="-66675" algn="ctr" latinLnBrk="0">
              <a:buClr>
                <a:schemeClr val="tx1">
                  <a:lumMod val="65000"/>
                  <a:lumOff val="35000"/>
                </a:schemeClr>
              </a:buClr>
              <a:buSzPct val="80000"/>
              <a:buFont typeface="Wingdings" panose="05000000000000000000" pitchFamily="2" charset="2"/>
              <a:buChar char="§"/>
            </a:pPr>
            <a:r>
              <a:rPr lang="ko-KR" altLang="en-US" sz="950" kern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점검 </a:t>
            </a:r>
            <a:r>
              <a:rPr lang="ko-KR" altLang="en-US" sz="950" kern="0" err="1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필증</a:t>
            </a:r>
            <a:endParaRPr lang="ko-KR" altLang="en-US" sz="950" kern="0">
              <a:solidFill>
                <a:schemeClr val="tx1">
                  <a:lumMod val="75000"/>
                  <a:lumOff val="25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5" name="Rectangle 44" descr="흐름도3">
            <a:extLst>
              <a:ext uri="{FF2B5EF4-FFF2-40B4-BE49-F238E27FC236}">
                <a16:creationId xmlns:a16="http://schemas.microsoft.com/office/drawing/2014/main" id="{F7CFE5D5-A377-8F39-30DE-508AC39751CC}"/>
              </a:ext>
            </a:extLst>
          </p:cNvPr>
          <p:cNvSpPr>
            <a:spLocks noChangeArrowheads="1"/>
          </p:cNvSpPr>
          <p:nvPr/>
        </p:nvSpPr>
        <p:spPr bwMode="gray">
          <a:xfrm>
            <a:off x="4077677" y="3733977"/>
            <a:ext cx="1296333" cy="73096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66675" indent="-66675" algn="ctr" latinLnBrk="0">
              <a:buClr>
                <a:schemeClr val="tx1">
                  <a:lumMod val="65000"/>
                  <a:lumOff val="35000"/>
                </a:schemeClr>
              </a:buClr>
              <a:buSzPct val="80000"/>
              <a:buFont typeface="Wingdings" panose="05000000000000000000" pitchFamily="2" charset="2"/>
              <a:buChar char="§"/>
            </a:pPr>
            <a:r>
              <a:rPr lang="ko-KR" altLang="en-US" sz="950" kern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공급 요청</a:t>
            </a:r>
            <a:endParaRPr lang="en-US" altLang="ko-KR" sz="950" kern="0">
              <a:solidFill>
                <a:schemeClr val="tx1">
                  <a:lumMod val="75000"/>
                  <a:lumOff val="25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marL="66675" indent="-66675" algn="ctr" latinLnBrk="0">
              <a:buClr>
                <a:schemeClr val="tx1">
                  <a:lumMod val="65000"/>
                  <a:lumOff val="35000"/>
                </a:schemeClr>
              </a:buClr>
              <a:buSzPct val="80000"/>
              <a:buFont typeface="Wingdings" panose="05000000000000000000" pitchFamily="2" charset="2"/>
              <a:buChar char="§"/>
            </a:pPr>
            <a:r>
              <a:rPr lang="ko-KR" altLang="en-US" sz="950" kern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사전 검토</a:t>
            </a:r>
            <a:r>
              <a:rPr lang="en-US" altLang="ko-KR" sz="950" kern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(</a:t>
            </a:r>
            <a:r>
              <a:rPr lang="ko-KR" altLang="en-US" sz="950" kern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납부내역</a:t>
            </a:r>
            <a:r>
              <a:rPr lang="en-US" altLang="ko-KR" sz="950" kern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)</a:t>
            </a:r>
          </a:p>
          <a:p>
            <a:pPr marL="66675" indent="-66675" algn="ctr" latinLnBrk="0">
              <a:buClr>
                <a:schemeClr val="tx1">
                  <a:lumMod val="65000"/>
                  <a:lumOff val="35000"/>
                </a:schemeClr>
              </a:buClr>
              <a:buSzPct val="80000"/>
              <a:buFont typeface="Wingdings" panose="05000000000000000000" pitchFamily="2" charset="2"/>
              <a:buChar char="§"/>
            </a:pPr>
            <a:r>
              <a:rPr lang="ko-KR" altLang="en-US" sz="950" kern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밸브 개방 요청</a:t>
            </a:r>
            <a:endParaRPr lang="en-US" altLang="ko-KR" sz="950" kern="0">
              <a:solidFill>
                <a:schemeClr val="tx1">
                  <a:lumMod val="75000"/>
                  <a:lumOff val="25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marL="66675" indent="-66675" algn="ctr" latinLnBrk="0">
              <a:buClr>
                <a:schemeClr val="tx1">
                  <a:lumMod val="65000"/>
                  <a:lumOff val="35000"/>
                </a:schemeClr>
              </a:buClr>
              <a:buSzPct val="80000"/>
              <a:buFont typeface="Wingdings" panose="05000000000000000000" pitchFamily="2" charset="2"/>
              <a:buChar char="§"/>
            </a:pPr>
            <a:r>
              <a:rPr lang="ko-KR" altLang="en-US" sz="950" kern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시공관료 결과 등록</a:t>
            </a:r>
            <a:endParaRPr lang="en-US" altLang="ko-KR" sz="950" kern="0">
              <a:solidFill>
                <a:schemeClr val="tx1">
                  <a:lumMod val="75000"/>
                  <a:lumOff val="25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marL="66675" indent="-66675" algn="ctr" latinLnBrk="0">
              <a:buClr>
                <a:schemeClr val="tx1">
                  <a:lumMod val="65000"/>
                  <a:lumOff val="35000"/>
                </a:schemeClr>
              </a:buClr>
              <a:buSzPct val="80000"/>
              <a:buFont typeface="Wingdings" panose="05000000000000000000" pitchFamily="2" charset="2"/>
              <a:buChar char="§"/>
            </a:pPr>
            <a:r>
              <a:rPr lang="ko-KR" altLang="en-US" sz="950" kern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승인 처리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7773AC8-D481-B61F-1B92-498451B7B202}"/>
              </a:ext>
            </a:extLst>
          </p:cNvPr>
          <p:cNvSpPr/>
          <p:nvPr/>
        </p:nvSpPr>
        <p:spPr bwMode="auto">
          <a:xfrm>
            <a:off x="691812" y="3556739"/>
            <a:ext cx="6321519" cy="1035422"/>
          </a:xfrm>
          <a:prstGeom prst="rect">
            <a:avLst/>
          </a:prstGeom>
          <a:noFill/>
          <a:ln w="6350">
            <a:solidFill>
              <a:srgbClr val="2770A8"/>
            </a:solidFill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indent="-157320" algn="ctr" defTabSz="900828" fontAlgn="base" latinLnBrk="0">
              <a:spcBef>
                <a:spcPct val="0"/>
              </a:spcBef>
              <a:spcAft>
                <a:spcPct val="0"/>
              </a:spcAft>
              <a:buClr>
                <a:srgbClr val="808080"/>
              </a:buClr>
              <a:buSzPct val="50000"/>
            </a:pPr>
            <a:endParaRPr kumimoji="1" lang="ko-KR" altLang="en-US" sz="1400" spc="-3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6059B76-A943-EBAF-FF9F-9C66AFF71F55}"/>
              </a:ext>
            </a:extLst>
          </p:cNvPr>
          <p:cNvSpPr/>
          <p:nvPr/>
        </p:nvSpPr>
        <p:spPr bwMode="auto">
          <a:xfrm>
            <a:off x="812540" y="4737699"/>
            <a:ext cx="894973" cy="225200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marL="0" indent="-157320" algn="ctr" defTabSz="900828" fontAlgn="base" latinLnBrk="0">
              <a:spcBef>
                <a:spcPct val="0"/>
              </a:spcBef>
              <a:spcAft>
                <a:spcPct val="0"/>
              </a:spcAft>
              <a:buClr>
                <a:srgbClr val="808080"/>
              </a:buClr>
              <a:buSzPct val="50000"/>
            </a:pPr>
            <a:r>
              <a:rPr kumimoji="1" lang="ko-KR" altLang="en-US" sz="900" spc="-30">
                <a:ln>
                  <a:solidFill>
                    <a:prstClr val="white">
                      <a:alpha val="0"/>
                    </a:prstClr>
                  </a:solidFill>
                </a:ln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고객 신청 접수 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35B14E1-2D69-222C-6D2B-30C060DC211E}"/>
              </a:ext>
            </a:extLst>
          </p:cNvPr>
          <p:cNvSpPr/>
          <p:nvPr/>
        </p:nvSpPr>
        <p:spPr bwMode="auto">
          <a:xfrm>
            <a:off x="2176521" y="4737699"/>
            <a:ext cx="894973" cy="225200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marL="0" indent="-157320" algn="ctr" defTabSz="900828" fontAlgn="base" latinLnBrk="0">
              <a:spcBef>
                <a:spcPct val="0"/>
              </a:spcBef>
              <a:spcAft>
                <a:spcPct val="0"/>
              </a:spcAft>
              <a:buClr>
                <a:srgbClr val="808080"/>
              </a:buClr>
              <a:buSzPct val="50000"/>
            </a:pPr>
            <a:r>
              <a:rPr kumimoji="1" lang="ko-KR" altLang="en-US" sz="900" spc="-30">
                <a:ln>
                  <a:solidFill>
                    <a:prstClr val="white">
                      <a:alpha val="0"/>
                    </a:prstClr>
                  </a:solidFill>
                </a:ln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스케줄 등록</a:t>
            </a: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C7021201-233A-B7DF-4D75-F4BF7E26157D}"/>
              </a:ext>
            </a:extLst>
          </p:cNvPr>
          <p:cNvSpPr/>
          <p:nvPr/>
        </p:nvSpPr>
        <p:spPr bwMode="auto">
          <a:xfrm>
            <a:off x="3602277" y="4737699"/>
            <a:ext cx="894973" cy="225200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marL="0" indent="-157320" algn="ctr" defTabSz="900828" fontAlgn="base" latinLnBrk="0">
              <a:spcBef>
                <a:spcPct val="0"/>
              </a:spcBef>
              <a:spcAft>
                <a:spcPct val="0"/>
              </a:spcAft>
              <a:buClr>
                <a:srgbClr val="808080"/>
              </a:buClr>
              <a:buSzPct val="50000"/>
            </a:pPr>
            <a:r>
              <a:rPr kumimoji="1" lang="ko-KR" altLang="en-US" sz="900" spc="-30">
                <a:ln>
                  <a:solidFill>
                    <a:prstClr val="white">
                      <a:alpha val="0"/>
                    </a:prstClr>
                  </a:solidFill>
                </a:ln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체크리스트</a:t>
            </a:r>
          </a:p>
        </p:txBody>
      </p:sp>
      <p:cxnSp>
        <p:nvCxnSpPr>
          <p:cNvPr id="87" name="직선 화살표 연결선 86">
            <a:extLst>
              <a:ext uri="{FF2B5EF4-FFF2-40B4-BE49-F238E27FC236}">
                <a16:creationId xmlns:a16="http://schemas.microsoft.com/office/drawing/2014/main" id="{C493E9EE-207B-6E77-14DD-24D471331E48}"/>
              </a:ext>
            </a:extLst>
          </p:cNvPr>
          <p:cNvCxnSpPr>
            <a:cxnSpLocks/>
            <a:stCxn id="17" idx="3"/>
            <a:endCxn id="19" idx="1"/>
          </p:cNvCxnSpPr>
          <p:nvPr/>
        </p:nvCxnSpPr>
        <p:spPr>
          <a:xfrm>
            <a:off x="1707513" y="4850299"/>
            <a:ext cx="469008" cy="0"/>
          </a:xfrm>
          <a:prstGeom prst="straightConnector1">
            <a:avLst/>
          </a:prstGeom>
          <a:ln w="635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Rectangle 44" descr="흐름도3">
            <a:extLst>
              <a:ext uri="{FF2B5EF4-FFF2-40B4-BE49-F238E27FC236}">
                <a16:creationId xmlns:a16="http://schemas.microsoft.com/office/drawing/2014/main" id="{5588ABB4-864B-52F8-6A8B-A973BA399609}"/>
              </a:ext>
            </a:extLst>
          </p:cNvPr>
          <p:cNvSpPr>
            <a:spLocks noChangeArrowheads="1"/>
          </p:cNvSpPr>
          <p:nvPr/>
        </p:nvSpPr>
        <p:spPr bwMode="gray">
          <a:xfrm>
            <a:off x="1276608" y="4687484"/>
            <a:ext cx="1296333" cy="146194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66675" indent="-66675" algn="ctr" latinLnBrk="0">
              <a:buClr>
                <a:schemeClr val="tx1">
                  <a:lumMod val="65000"/>
                  <a:lumOff val="35000"/>
                </a:schemeClr>
              </a:buClr>
              <a:buSzPct val="80000"/>
              <a:buFont typeface="Wingdings" panose="05000000000000000000" pitchFamily="2" charset="2"/>
              <a:buChar char="§"/>
            </a:pPr>
            <a:r>
              <a:rPr lang="ko-KR" altLang="en-US" sz="950" kern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알림</a:t>
            </a: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DC8196F8-0A60-0830-9065-6AEBAA0E733D}"/>
              </a:ext>
            </a:extLst>
          </p:cNvPr>
          <p:cNvSpPr/>
          <p:nvPr/>
        </p:nvSpPr>
        <p:spPr bwMode="auto">
          <a:xfrm>
            <a:off x="691812" y="4654164"/>
            <a:ext cx="6321519" cy="940338"/>
          </a:xfrm>
          <a:prstGeom prst="rect">
            <a:avLst/>
          </a:prstGeom>
          <a:noFill/>
          <a:ln w="6350">
            <a:solidFill>
              <a:srgbClr val="2770A8"/>
            </a:solidFill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indent="-157320" algn="ctr" defTabSz="900828" fontAlgn="base" latinLnBrk="0">
              <a:spcBef>
                <a:spcPct val="0"/>
              </a:spcBef>
              <a:spcAft>
                <a:spcPct val="0"/>
              </a:spcAft>
              <a:buClr>
                <a:srgbClr val="808080"/>
              </a:buClr>
              <a:buSzPct val="50000"/>
            </a:pPr>
            <a:endParaRPr kumimoji="1" lang="ko-KR" altLang="en-US" sz="1400" spc="-3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cxnSp>
        <p:nvCxnSpPr>
          <p:cNvPr id="92" name="직선 화살표 연결선 91">
            <a:extLst>
              <a:ext uri="{FF2B5EF4-FFF2-40B4-BE49-F238E27FC236}">
                <a16:creationId xmlns:a16="http://schemas.microsoft.com/office/drawing/2014/main" id="{C1BEB21E-E75B-99A2-9321-5D7C92339B95}"/>
              </a:ext>
            </a:extLst>
          </p:cNvPr>
          <p:cNvCxnSpPr>
            <a:stCxn id="19" idx="3"/>
            <a:endCxn id="84" idx="1"/>
          </p:cNvCxnSpPr>
          <p:nvPr/>
        </p:nvCxnSpPr>
        <p:spPr>
          <a:xfrm>
            <a:off x="3071494" y="4850299"/>
            <a:ext cx="530783" cy="0"/>
          </a:xfrm>
          <a:prstGeom prst="straightConnector1">
            <a:avLst/>
          </a:prstGeom>
          <a:ln w="635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Rectangle 44" descr="흐름도3">
            <a:extLst>
              <a:ext uri="{FF2B5EF4-FFF2-40B4-BE49-F238E27FC236}">
                <a16:creationId xmlns:a16="http://schemas.microsoft.com/office/drawing/2014/main" id="{988A8636-001E-4CBE-92C7-A340186D4361}"/>
              </a:ext>
            </a:extLst>
          </p:cNvPr>
          <p:cNvSpPr>
            <a:spLocks noChangeArrowheads="1"/>
          </p:cNvSpPr>
          <p:nvPr/>
        </p:nvSpPr>
        <p:spPr bwMode="gray">
          <a:xfrm>
            <a:off x="2657774" y="4687484"/>
            <a:ext cx="1296333" cy="146194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66675" indent="-66675" algn="ctr" latinLnBrk="0">
              <a:buClr>
                <a:schemeClr val="tx1">
                  <a:lumMod val="65000"/>
                  <a:lumOff val="35000"/>
                </a:schemeClr>
              </a:buClr>
              <a:buSzPct val="80000"/>
              <a:buFont typeface="Wingdings" panose="05000000000000000000" pitchFamily="2" charset="2"/>
              <a:buChar char="§"/>
            </a:pPr>
            <a:r>
              <a:rPr lang="ko-KR" altLang="en-US" sz="950" kern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알림</a:t>
            </a:r>
          </a:p>
        </p:txBody>
      </p:sp>
      <p:sp>
        <p:nvSpPr>
          <p:cNvPr id="95" name="다이아몬드 94">
            <a:extLst>
              <a:ext uri="{FF2B5EF4-FFF2-40B4-BE49-F238E27FC236}">
                <a16:creationId xmlns:a16="http://schemas.microsoft.com/office/drawing/2014/main" id="{F2AB0390-F459-E8B1-A75C-BBC23C30DF0F}"/>
              </a:ext>
            </a:extLst>
          </p:cNvPr>
          <p:cNvSpPr/>
          <p:nvPr/>
        </p:nvSpPr>
        <p:spPr bwMode="auto">
          <a:xfrm>
            <a:off x="3587448" y="5059112"/>
            <a:ext cx="949223" cy="258527"/>
          </a:xfrm>
          <a:prstGeom prst="diamond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indent="-157320" algn="ctr" defTabSz="900828" fontAlgn="base" latinLnBrk="0">
              <a:spcBef>
                <a:spcPct val="0"/>
              </a:spcBef>
              <a:spcAft>
                <a:spcPct val="0"/>
              </a:spcAft>
              <a:buClr>
                <a:srgbClr val="808080"/>
              </a:buClr>
              <a:buSzPct val="50000"/>
            </a:pPr>
            <a:r>
              <a:rPr kumimoji="1" lang="ko-KR" altLang="en-US" sz="900" spc="-30">
                <a:ln>
                  <a:solidFill>
                    <a:prstClr val="white">
                      <a:alpha val="0"/>
                    </a:prstClr>
                  </a:solidFill>
                </a:ln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통과</a:t>
            </a:r>
          </a:p>
        </p:txBody>
      </p:sp>
      <p:cxnSp>
        <p:nvCxnSpPr>
          <p:cNvPr id="101" name="직선 화살표 연결선 100">
            <a:extLst>
              <a:ext uri="{FF2B5EF4-FFF2-40B4-BE49-F238E27FC236}">
                <a16:creationId xmlns:a16="http://schemas.microsoft.com/office/drawing/2014/main" id="{DBA200FE-3DC6-7F95-AACE-93871FE653FD}"/>
              </a:ext>
            </a:extLst>
          </p:cNvPr>
          <p:cNvCxnSpPr>
            <a:stCxn id="84" idx="2"/>
            <a:endCxn id="95" idx="0"/>
          </p:cNvCxnSpPr>
          <p:nvPr/>
        </p:nvCxnSpPr>
        <p:spPr>
          <a:xfrm>
            <a:off x="4049764" y="4962899"/>
            <a:ext cx="12296" cy="96213"/>
          </a:xfrm>
          <a:prstGeom prst="straightConnector1">
            <a:avLst/>
          </a:prstGeom>
          <a:ln w="635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005619B4-A1E9-F8F4-BBEE-048A492EC66D}"/>
              </a:ext>
            </a:extLst>
          </p:cNvPr>
          <p:cNvSpPr/>
          <p:nvPr/>
        </p:nvSpPr>
        <p:spPr bwMode="auto">
          <a:xfrm>
            <a:off x="4839266" y="5075775"/>
            <a:ext cx="894973" cy="225200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marL="0" indent="-157320" algn="ctr" defTabSz="900828" fontAlgn="base" latinLnBrk="0">
              <a:spcBef>
                <a:spcPct val="0"/>
              </a:spcBef>
              <a:spcAft>
                <a:spcPct val="0"/>
              </a:spcAft>
              <a:buClr>
                <a:srgbClr val="808080"/>
              </a:buClr>
              <a:buSzPct val="50000"/>
            </a:pPr>
            <a:r>
              <a:rPr kumimoji="1" lang="ko-KR" altLang="en-US" sz="900" spc="-30">
                <a:ln>
                  <a:solidFill>
                    <a:prstClr val="white">
                      <a:alpha val="0"/>
                    </a:prstClr>
                  </a:solidFill>
                </a:ln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결과처리</a:t>
            </a:r>
          </a:p>
        </p:txBody>
      </p:sp>
      <p:cxnSp>
        <p:nvCxnSpPr>
          <p:cNvPr id="104" name="직선 화살표 연결선 103">
            <a:extLst>
              <a:ext uri="{FF2B5EF4-FFF2-40B4-BE49-F238E27FC236}">
                <a16:creationId xmlns:a16="http://schemas.microsoft.com/office/drawing/2014/main" id="{F658B8EA-DAF5-8252-073B-6F36A297F2E2}"/>
              </a:ext>
            </a:extLst>
          </p:cNvPr>
          <p:cNvCxnSpPr>
            <a:stCxn id="95" idx="3"/>
            <a:endCxn id="102" idx="1"/>
          </p:cNvCxnSpPr>
          <p:nvPr/>
        </p:nvCxnSpPr>
        <p:spPr>
          <a:xfrm flipV="1">
            <a:off x="4536671" y="5188375"/>
            <a:ext cx="302595" cy="1"/>
          </a:xfrm>
          <a:prstGeom prst="straightConnector1">
            <a:avLst/>
          </a:prstGeom>
          <a:ln w="635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Rectangle 44" descr="흐름도3">
            <a:extLst>
              <a:ext uri="{FF2B5EF4-FFF2-40B4-BE49-F238E27FC236}">
                <a16:creationId xmlns:a16="http://schemas.microsoft.com/office/drawing/2014/main" id="{854207E8-E9C5-50E0-5A06-ECFE8EC8B04E}"/>
              </a:ext>
            </a:extLst>
          </p:cNvPr>
          <p:cNvSpPr>
            <a:spLocks noChangeArrowheads="1"/>
          </p:cNvSpPr>
          <p:nvPr/>
        </p:nvSpPr>
        <p:spPr bwMode="gray">
          <a:xfrm>
            <a:off x="3990419" y="5015280"/>
            <a:ext cx="1296333" cy="146194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66675" indent="-66675" algn="ctr" latinLnBrk="0">
              <a:buClr>
                <a:schemeClr val="tx1">
                  <a:lumMod val="65000"/>
                  <a:lumOff val="35000"/>
                </a:schemeClr>
              </a:buClr>
              <a:buSzPct val="80000"/>
              <a:buFont typeface="Wingdings" panose="05000000000000000000" pitchFamily="2" charset="2"/>
              <a:buChar char="§"/>
            </a:pPr>
            <a:r>
              <a:rPr lang="ko-KR" altLang="en-US" sz="950" kern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알림</a:t>
            </a:r>
          </a:p>
        </p:txBody>
      </p:sp>
      <p:cxnSp>
        <p:nvCxnSpPr>
          <p:cNvPr id="107" name="연결선: 꺾임 106">
            <a:extLst>
              <a:ext uri="{FF2B5EF4-FFF2-40B4-BE49-F238E27FC236}">
                <a16:creationId xmlns:a16="http://schemas.microsoft.com/office/drawing/2014/main" id="{8883121D-1482-6CC5-4693-46F1AFC0EBC3}"/>
              </a:ext>
            </a:extLst>
          </p:cNvPr>
          <p:cNvCxnSpPr>
            <a:stCxn id="95" idx="1"/>
            <a:endCxn id="17" idx="2"/>
          </p:cNvCxnSpPr>
          <p:nvPr/>
        </p:nvCxnSpPr>
        <p:spPr>
          <a:xfrm rot="10800000">
            <a:off x="1260028" y="4962900"/>
            <a:ext cx="2327421" cy="225477"/>
          </a:xfrm>
          <a:prstGeom prst="bentConnector2">
            <a:avLst/>
          </a:prstGeom>
          <a:ln w="635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Rectangle 44" descr="흐름도3">
            <a:extLst>
              <a:ext uri="{FF2B5EF4-FFF2-40B4-BE49-F238E27FC236}">
                <a16:creationId xmlns:a16="http://schemas.microsoft.com/office/drawing/2014/main" id="{0B0DF0F6-4664-1EB8-2349-FE86522F405F}"/>
              </a:ext>
            </a:extLst>
          </p:cNvPr>
          <p:cNvSpPr>
            <a:spLocks noChangeArrowheads="1"/>
          </p:cNvSpPr>
          <p:nvPr/>
        </p:nvSpPr>
        <p:spPr bwMode="gray">
          <a:xfrm>
            <a:off x="812540" y="5226543"/>
            <a:ext cx="1296333" cy="146194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ctr" latinLnBrk="0">
              <a:buClr>
                <a:schemeClr val="tx1">
                  <a:lumMod val="65000"/>
                  <a:lumOff val="35000"/>
                </a:schemeClr>
              </a:buClr>
              <a:buSzPct val="80000"/>
            </a:pPr>
            <a:r>
              <a:rPr lang="ko-KR" altLang="en-US" sz="950" kern="0" err="1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재접수</a:t>
            </a:r>
            <a:endParaRPr lang="ko-KR" altLang="en-US" sz="950" kern="0">
              <a:solidFill>
                <a:schemeClr val="tx1">
                  <a:lumMod val="75000"/>
                  <a:lumOff val="25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10" name="Rectangle 44" descr="흐름도3">
            <a:extLst>
              <a:ext uri="{FF2B5EF4-FFF2-40B4-BE49-F238E27FC236}">
                <a16:creationId xmlns:a16="http://schemas.microsoft.com/office/drawing/2014/main" id="{5A0BDFF8-B9B1-9A77-0AB3-EA175B269014}"/>
              </a:ext>
            </a:extLst>
          </p:cNvPr>
          <p:cNvSpPr>
            <a:spLocks noChangeArrowheads="1"/>
          </p:cNvSpPr>
          <p:nvPr/>
        </p:nvSpPr>
        <p:spPr bwMode="gray">
          <a:xfrm>
            <a:off x="5419908" y="3707094"/>
            <a:ext cx="1296333" cy="438582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66675" indent="-66675" algn="ctr" latinLnBrk="0">
              <a:buClr>
                <a:schemeClr val="tx1">
                  <a:lumMod val="65000"/>
                  <a:lumOff val="35000"/>
                </a:schemeClr>
              </a:buClr>
              <a:buSzPct val="80000"/>
              <a:buFont typeface="Wingdings" panose="05000000000000000000" pitchFamily="2" charset="2"/>
              <a:buChar char="§"/>
            </a:pPr>
            <a:r>
              <a:rPr lang="ko-KR" altLang="en-US" sz="950" kern="0" err="1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열량계</a:t>
            </a:r>
            <a:r>
              <a:rPr lang="ko-KR" altLang="en-US" sz="950" kern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및 모뎀 설치확인</a:t>
            </a:r>
            <a:endParaRPr lang="en-US" altLang="ko-KR" sz="950" kern="0">
              <a:solidFill>
                <a:schemeClr val="tx1">
                  <a:lumMod val="75000"/>
                  <a:lumOff val="25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marL="66675" indent="-66675" algn="ctr" latinLnBrk="0">
              <a:buClr>
                <a:schemeClr val="tx1">
                  <a:lumMod val="65000"/>
                  <a:lumOff val="35000"/>
                </a:schemeClr>
              </a:buClr>
              <a:buSzPct val="80000"/>
              <a:buFont typeface="Wingdings" panose="05000000000000000000" pitchFamily="2" charset="2"/>
              <a:buChar char="§"/>
            </a:pPr>
            <a:r>
              <a:rPr lang="ko-KR" altLang="en-US" sz="950" kern="0" err="1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열량계</a:t>
            </a:r>
            <a:r>
              <a:rPr lang="ko-KR" altLang="en-US" sz="950" kern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및 모뎀 장비관리</a:t>
            </a:r>
            <a:endParaRPr lang="en-US" altLang="ko-KR" sz="950" kern="0">
              <a:solidFill>
                <a:schemeClr val="tx1">
                  <a:lumMod val="75000"/>
                  <a:lumOff val="25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marL="66675" indent="-66675" algn="ctr" latinLnBrk="0">
              <a:buClr>
                <a:schemeClr val="tx1">
                  <a:lumMod val="65000"/>
                  <a:lumOff val="35000"/>
                </a:schemeClr>
              </a:buClr>
              <a:buSzPct val="80000"/>
              <a:buFont typeface="Wingdings" panose="05000000000000000000" pitchFamily="2" charset="2"/>
              <a:buChar char="§"/>
            </a:pPr>
            <a:r>
              <a:rPr lang="ko-KR" altLang="en-US" sz="950" kern="0" err="1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열량계</a:t>
            </a:r>
            <a:r>
              <a:rPr lang="ko-KR" altLang="en-US" sz="950" kern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및 모뎀 교체변경</a:t>
            </a:r>
          </a:p>
        </p:txBody>
      </p:sp>
      <p:sp>
        <p:nvSpPr>
          <p:cNvPr id="111" name="Google Shape;713;p26" descr="그림1">
            <a:extLst>
              <a:ext uri="{FF2B5EF4-FFF2-40B4-BE49-F238E27FC236}">
                <a16:creationId xmlns:a16="http://schemas.microsoft.com/office/drawing/2014/main" id="{4F2CDB94-05BD-3EAE-051F-EC659868AC62}"/>
              </a:ext>
            </a:extLst>
          </p:cNvPr>
          <p:cNvSpPr>
            <a:spLocks/>
          </p:cNvSpPr>
          <p:nvPr/>
        </p:nvSpPr>
        <p:spPr>
          <a:xfrm>
            <a:off x="7116368" y="2569238"/>
            <a:ext cx="199057" cy="266645"/>
          </a:xfrm>
          <a:prstGeom prst="roundRect">
            <a:avLst/>
          </a:prstGeom>
          <a:solidFill>
            <a:srgbClr val="3FC8F4"/>
          </a:solidFill>
          <a:ln w="9525" cap="flat" cmpd="sng">
            <a:solidFill>
              <a:schemeClr val="bg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12700" dir="2700000" algn="tl" rotWithShape="0">
              <a:srgbClr val="000000">
                <a:alpha val="9000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lang="ko" sz="1100" b="1" i="0" u="none" strike="noStrike" cap="none" spc="-5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effectLst>
                  <a:outerShdw blurRad="254000" algn="ctr" rotWithShape="0">
                    <a:srgbClr val="C00000">
                      <a:alpha val="72000"/>
                    </a:srgbClr>
                  </a:outerShdw>
                </a:effectLst>
                <a:latin typeface="KoPub돋움체 Light" panose="02020603020101020101" pitchFamily="18" charset="-127"/>
                <a:ea typeface="KoPub돋움체 Light" panose="02020603020101020101" pitchFamily="18" charset="-127"/>
                <a:cs typeface="Malgun Gothic"/>
                <a:sym typeface="Malgun Gothic"/>
              </a:rPr>
              <a:t>1</a:t>
            </a:r>
            <a:endParaRPr b="1" i="0" u="none" strike="noStrike" cap="none" spc="-5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bg1"/>
              </a:solidFill>
              <a:effectLst>
                <a:outerShdw blurRad="254000" algn="ctr" rotWithShape="0">
                  <a:srgbClr val="C00000">
                    <a:alpha val="72000"/>
                  </a:srgbClr>
                </a:outerShdw>
              </a:effectLst>
              <a:latin typeface="KoPub돋움체 Light" panose="02020603020101020101" pitchFamily="18" charset="-127"/>
              <a:ea typeface="KoPub돋움체 Light" panose="02020603020101020101" pitchFamily="18" charset="-127"/>
              <a:cs typeface="Malgun Gothic"/>
              <a:sym typeface="Malgun Gothic"/>
            </a:endParaRPr>
          </a:p>
        </p:txBody>
      </p:sp>
      <p:sp>
        <p:nvSpPr>
          <p:cNvPr id="112" name="Google Shape;713;p26" descr="그림1">
            <a:extLst>
              <a:ext uri="{FF2B5EF4-FFF2-40B4-BE49-F238E27FC236}">
                <a16:creationId xmlns:a16="http://schemas.microsoft.com/office/drawing/2014/main" id="{4E061B51-C7BA-A8B7-6786-EAF523499E5A}"/>
              </a:ext>
            </a:extLst>
          </p:cNvPr>
          <p:cNvSpPr>
            <a:spLocks/>
          </p:cNvSpPr>
          <p:nvPr/>
        </p:nvSpPr>
        <p:spPr>
          <a:xfrm>
            <a:off x="5615995" y="4316992"/>
            <a:ext cx="199057" cy="266645"/>
          </a:xfrm>
          <a:prstGeom prst="roundRect">
            <a:avLst/>
          </a:prstGeom>
          <a:solidFill>
            <a:srgbClr val="3FC8F4"/>
          </a:solidFill>
          <a:ln w="9525" cap="flat" cmpd="sng">
            <a:solidFill>
              <a:schemeClr val="bg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12700" dir="2700000" algn="tl" rotWithShape="0">
              <a:srgbClr val="000000">
                <a:alpha val="9000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lang="ko" sz="1100" b="1" i="0" u="none" strike="noStrike" cap="none" spc="-5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effectLst>
                  <a:outerShdw blurRad="254000" algn="ctr" rotWithShape="0">
                    <a:srgbClr val="C00000">
                      <a:alpha val="72000"/>
                    </a:srgbClr>
                  </a:outerShdw>
                </a:effectLst>
                <a:latin typeface="KoPub돋움체 Light" panose="02020603020101020101" pitchFamily="18" charset="-127"/>
                <a:ea typeface="KoPub돋움체 Light" panose="02020603020101020101" pitchFamily="18" charset="-127"/>
                <a:cs typeface="Malgun Gothic"/>
                <a:sym typeface="Malgun Gothic"/>
              </a:rPr>
              <a:t>1</a:t>
            </a:r>
            <a:endParaRPr b="1" i="0" u="none" strike="noStrike" cap="none" spc="-5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bg1"/>
              </a:solidFill>
              <a:effectLst>
                <a:outerShdw blurRad="254000" algn="ctr" rotWithShape="0">
                  <a:srgbClr val="C00000">
                    <a:alpha val="72000"/>
                  </a:srgbClr>
                </a:outerShdw>
              </a:effectLst>
              <a:latin typeface="KoPub돋움체 Light" panose="02020603020101020101" pitchFamily="18" charset="-127"/>
              <a:ea typeface="KoPub돋움체 Light" panose="02020603020101020101" pitchFamily="18" charset="-127"/>
              <a:cs typeface="Malgun Gothic"/>
              <a:sym typeface="Malgun Gothic"/>
            </a:endParaRPr>
          </a:p>
        </p:txBody>
      </p:sp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A478F2C3-6778-960C-846E-6847CC4097BF}"/>
              </a:ext>
            </a:extLst>
          </p:cNvPr>
          <p:cNvSpPr/>
          <p:nvPr/>
        </p:nvSpPr>
        <p:spPr bwMode="auto">
          <a:xfrm>
            <a:off x="5809075" y="4325277"/>
            <a:ext cx="1186327" cy="248042"/>
          </a:xfrm>
          <a:prstGeom prst="rect">
            <a:avLst/>
          </a:prstGeom>
          <a:solidFill>
            <a:srgbClr val="F4C405"/>
          </a:solidFill>
          <a:ln w="12700">
            <a:noFill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indent="-157320" algn="ctr" defTabSz="900828" fontAlgn="base" latinLnBrk="0">
              <a:spcBef>
                <a:spcPct val="0"/>
              </a:spcBef>
              <a:spcAft>
                <a:spcPct val="0"/>
              </a:spcAft>
              <a:buClr>
                <a:srgbClr val="808080"/>
              </a:buClr>
              <a:buSzPct val="50000"/>
            </a:pPr>
            <a:r>
              <a:rPr kumimoji="1" lang="ko-KR" altLang="en-US" sz="1200" spc="-3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프로세스 분석</a:t>
            </a:r>
          </a:p>
        </p:txBody>
      </p:sp>
      <p:sp>
        <p:nvSpPr>
          <p:cNvPr id="115" name="Google Shape;713;p26" descr="그림1">
            <a:extLst>
              <a:ext uri="{FF2B5EF4-FFF2-40B4-BE49-F238E27FC236}">
                <a16:creationId xmlns:a16="http://schemas.microsoft.com/office/drawing/2014/main" id="{4BDD8AE2-786D-E674-8C89-2457F0670E0C}"/>
              </a:ext>
            </a:extLst>
          </p:cNvPr>
          <p:cNvSpPr>
            <a:spLocks/>
          </p:cNvSpPr>
          <p:nvPr/>
        </p:nvSpPr>
        <p:spPr>
          <a:xfrm>
            <a:off x="7113240" y="3847573"/>
            <a:ext cx="199057" cy="266645"/>
          </a:xfrm>
          <a:prstGeom prst="roundRect">
            <a:avLst/>
          </a:prstGeom>
          <a:solidFill>
            <a:srgbClr val="3FC8F4"/>
          </a:solidFill>
          <a:ln w="9525" cap="flat" cmpd="sng">
            <a:solidFill>
              <a:schemeClr val="bg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12700" dir="2700000" algn="tl" rotWithShape="0">
              <a:srgbClr val="000000">
                <a:alpha val="9000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lang="en-US" sz="1100" b="1" spc="-5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effectLst>
                  <a:outerShdw blurRad="254000" algn="ctr" rotWithShape="0">
                    <a:srgbClr val="C00000">
                      <a:alpha val="72000"/>
                    </a:srgbClr>
                  </a:outerShdw>
                </a:effectLst>
                <a:latin typeface="KoPub돋움체 Light" panose="02020603020101020101" pitchFamily="18" charset="-127"/>
                <a:ea typeface="KoPub돋움체 Light" panose="02020603020101020101" pitchFamily="18" charset="-127"/>
                <a:cs typeface="Malgun Gothic"/>
                <a:sym typeface="Malgun Gothic"/>
              </a:rPr>
              <a:t>2</a:t>
            </a:r>
            <a:endParaRPr b="1" i="0" u="none" strike="noStrike" cap="none" spc="-5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bg1"/>
              </a:solidFill>
              <a:effectLst>
                <a:outerShdw blurRad="254000" algn="ctr" rotWithShape="0">
                  <a:srgbClr val="C00000">
                    <a:alpha val="72000"/>
                  </a:srgbClr>
                </a:outerShdw>
              </a:effectLst>
              <a:latin typeface="KoPub돋움체 Light" panose="02020603020101020101" pitchFamily="18" charset="-127"/>
              <a:ea typeface="KoPub돋움체 Light" panose="02020603020101020101" pitchFamily="18" charset="-127"/>
              <a:cs typeface="Malgun Gothic"/>
              <a:sym typeface="Malgun Gothic"/>
            </a:endParaRPr>
          </a:p>
        </p:txBody>
      </p:sp>
      <p:sp>
        <p:nvSpPr>
          <p:cNvPr id="119" name="Rectangle 44" descr="흐름도3">
            <a:extLst>
              <a:ext uri="{FF2B5EF4-FFF2-40B4-BE49-F238E27FC236}">
                <a16:creationId xmlns:a16="http://schemas.microsoft.com/office/drawing/2014/main" id="{1D9E698B-38B2-A098-4501-F330DEDE1A43}"/>
              </a:ext>
            </a:extLst>
          </p:cNvPr>
          <p:cNvSpPr>
            <a:spLocks noChangeArrowheads="1"/>
          </p:cNvSpPr>
          <p:nvPr/>
        </p:nvSpPr>
        <p:spPr bwMode="gray">
          <a:xfrm>
            <a:off x="5682865" y="4674535"/>
            <a:ext cx="1296333" cy="146194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r" latinLnBrk="0">
              <a:buClr>
                <a:schemeClr val="tx1">
                  <a:lumMod val="65000"/>
                  <a:lumOff val="35000"/>
                </a:schemeClr>
              </a:buClr>
              <a:buSzPct val="80000"/>
            </a:pPr>
            <a:r>
              <a:rPr lang="en-US" altLang="ko-KR" sz="950" kern="0">
                <a:solidFill>
                  <a:schemeClr val="tx1">
                    <a:lumMod val="75000"/>
                    <a:lumOff val="2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•</a:t>
            </a:r>
            <a:r>
              <a:rPr lang="ko-KR" altLang="en-US" sz="950" kern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중간점검 </a:t>
            </a:r>
            <a:r>
              <a:rPr lang="en-US" altLang="ko-KR" sz="950" kern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Process</a:t>
            </a:r>
            <a:endParaRPr lang="ko-KR" altLang="en-US" sz="950" kern="0">
              <a:solidFill>
                <a:schemeClr val="tx1">
                  <a:lumMod val="75000"/>
                  <a:lumOff val="25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20" name="Google Shape;713;p26" descr="그림1">
            <a:extLst>
              <a:ext uri="{FF2B5EF4-FFF2-40B4-BE49-F238E27FC236}">
                <a16:creationId xmlns:a16="http://schemas.microsoft.com/office/drawing/2014/main" id="{C8108E12-4673-CA2A-250D-8F676BE4E3D2}"/>
              </a:ext>
            </a:extLst>
          </p:cNvPr>
          <p:cNvSpPr>
            <a:spLocks/>
          </p:cNvSpPr>
          <p:nvPr/>
        </p:nvSpPr>
        <p:spPr>
          <a:xfrm>
            <a:off x="5615995" y="5316669"/>
            <a:ext cx="199057" cy="266645"/>
          </a:xfrm>
          <a:prstGeom prst="roundRect">
            <a:avLst/>
          </a:prstGeom>
          <a:solidFill>
            <a:srgbClr val="3FC8F4"/>
          </a:solidFill>
          <a:ln w="9525" cap="flat" cmpd="sng">
            <a:solidFill>
              <a:schemeClr val="bg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12700" dir="2700000" algn="tl" rotWithShape="0">
              <a:srgbClr val="000000">
                <a:alpha val="9000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lang="en-US" sz="1100" b="1" spc="-5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effectLst>
                  <a:outerShdw blurRad="254000" algn="ctr" rotWithShape="0">
                    <a:srgbClr val="C00000">
                      <a:alpha val="72000"/>
                    </a:srgbClr>
                  </a:outerShdw>
                </a:effectLst>
                <a:latin typeface="KoPub돋움체 Light" panose="02020603020101020101" pitchFamily="18" charset="-127"/>
                <a:ea typeface="KoPub돋움체 Light" panose="02020603020101020101" pitchFamily="18" charset="-127"/>
                <a:cs typeface="Malgun Gothic"/>
                <a:sym typeface="Malgun Gothic"/>
              </a:rPr>
              <a:t>2</a:t>
            </a:r>
            <a:endParaRPr b="1" i="0" u="none" strike="noStrike" cap="none" spc="-5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bg1"/>
              </a:solidFill>
              <a:effectLst>
                <a:outerShdw blurRad="254000" algn="ctr" rotWithShape="0">
                  <a:srgbClr val="C00000">
                    <a:alpha val="72000"/>
                  </a:srgbClr>
                </a:outerShdw>
              </a:effectLst>
              <a:latin typeface="KoPub돋움체 Light" panose="02020603020101020101" pitchFamily="18" charset="-127"/>
              <a:ea typeface="KoPub돋움체 Light" panose="02020603020101020101" pitchFamily="18" charset="-127"/>
              <a:cs typeface="Malgun Gothic"/>
              <a:sym typeface="Malgun Gothic"/>
            </a:endParaRPr>
          </a:p>
        </p:txBody>
      </p:sp>
      <p:sp>
        <p:nvSpPr>
          <p:cNvPr id="121" name="직사각형 120">
            <a:extLst>
              <a:ext uri="{FF2B5EF4-FFF2-40B4-BE49-F238E27FC236}">
                <a16:creationId xmlns:a16="http://schemas.microsoft.com/office/drawing/2014/main" id="{CAB0D5AF-65AC-D795-E948-C2AB93B5DC02}"/>
              </a:ext>
            </a:extLst>
          </p:cNvPr>
          <p:cNvSpPr/>
          <p:nvPr/>
        </p:nvSpPr>
        <p:spPr bwMode="auto">
          <a:xfrm>
            <a:off x="5809075" y="5324954"/>
            <a:ext cx="1186327" cy="248042"/>
          </a:xfrm>
          <a:prstGeom prst="rect">
            <a:avLst/>
          </a:prstGeom>
          <a:solidFill>
            <a:srgbClr val="F4C405"/>
          </a:solidFill>
          <a:ln w="12700">
            <a:noFill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indent="-157320" algn="ctr" defTabSz="900828" fontAlgn="base" latinLnBrk="0">
              <a:spcBef>
                <a:spcPct val="0"/>
              </a:spcBef>
              <a:spcAft>
                <a:spcPct val="0"/>
              </a:spcAft>
              <a:buClr>
                <a:srgbClr val="808080"/>
              </a:buClr>
              <a:buSzPct val="50000"/>
            </a:pPr>
            <a:r>
              <a:rPr kumimoji="1" lang="ko-KR" altLang="en-US" sz="1200" spc="-3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프로세스 공정화</a:t>
            </a:r>
          </a:p>
        </p:txBody>
      </p:sp>
      <p:sp>
        <p:nvSpPr>
          <p:cNvPr id="122" name="직사각형 121">
            <a:extLst>
              <a:ext uri="{FF2B5EF4-FFF2-40B4-BE49-F238E27FC236}">
                <a16:creationId xmlns:a16="http://schemas.microsoft.com/office/drawing/2014/main" id="{99C22ECB-11C7-82A7-194C-FE8FB3484B11}"/>
              </a:ext>
            </a:extLst>
          </p:cNvPr>
          <p:cNvSpPr/>
          <p:nvPr/>
        </p:nvSpPr>
        <p:spPr bwMode="auto">
          <a:xfrm>
            <a:off x="691812" y="5650809"/>
            <a:ext cx="6321519" cy="747756"/>
          </a:xfrm>
          <a:prstGeom prst="rect">
            <a:avLst/>
          </a:prstGeom>
          <a:noFill/>
          <a:ln w="6350">
            <a:solidFill>
              <a:srgbClr val="2770A8"/>
            </a:solidFill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indent="-157320" algn="ctr" defTabSz="900828" fontAlgn="base" latinLnBrk="0">
              <a:spcBef>
                <a:spcPct val="0"/>
              </a:spcBef>
              <a:spcAft>
                <a:spcPct val="0"/>
              </a:spcAft>
              <a:buClr>
                <a:srgbClr val="808080"/>
              </a:buClr>
              <a:buSzPct val="50000"/>
            </a:pPr>
            <a:endParaRPr kumimoji="1" lang="ko-KR" altLang="en-US" sz="1400" spc="-3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23" name="Google Shape;713;p26" descr="그림1">
            <a:extLst>
              <a:ext uri="{FF2B5EF4-FFF2-40B4-BE49-F238E27FC236}">
                <a16:creationId xmlns:a16="http://schemas.microsoft.com/office/drawing/2014/main" id="{8A5F87FE-B94C-F28A-BE4B-185636EBE842}"/>
              </a:ext>
            </a:extLst>
          </p:cNvPr>
          <p:cNvSpPr>
            <a:spLocks/>
          </p:cNvSpPr>
          <p:nvPr/>
        </p:nvSpPr>
        <p:spPr>
          <a:xfrm>
            <a:off x="5615995" y="6134450"/>
            <a:ext cx="199057" cy="258803"/>
          </a:xfrm>
          <a:prstGeom prst="roundRect">
            <a:avLst/>
          </a:prstGeom>
          <a:solidFill>
            <a:srgbClr val="3FC8F4"/>
          </a:solidFill>
          <a:ln w="9525" cap="flat" cmpd="sng">
            <a:solidFill>
              <a:schemeClr val="bg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12700" dir="2700000" algn="tl" rotWithShape="0">
              <a:srgbClr val="000000">
                <a:alpha val="9000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lang="en-US" sz="1100" b="1" spc="-5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effectLst>
                  <a:outerShdw blurRad="254000" algn="ctr" rotWithShape="0">
                    <a:srgbClr val="C00000">
                      <a:alpha val="72000"/>
                    </a:srgbClr>
                  </a:outerShdw>
                </a:effectLst>
                <a:latin typeface="KoPub돋움체 Light" panose="02020603020101020101" pitchFamily="18" charset="-127"/>
                <a:ea typeface="KoPub돋움체 Light" panose="02020603020101020101" pitchFamily="18" charset="-127"/>
                <a:cs typeface="Malgun Gothic"/>
                <a:sym typeface="Malgun Gothic"/>
              </a:rPr>
              <a:t>3</a:t>
            </a:r>
            <a:endParaRPr b="1" i="0" u="none" strike="noStrike" cap="none" spc="-5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bg1"/>
              </a:solidFill>
              <a:effectLst>
                <a:outerShdw blurRad="254000" algn="ctr" rotWithShape="0">
                  <a:srgbClr val="C00000">
                    <a:alpha val="72000"/>
                  </a:srgbClr>
                </a:outerShdw>
              </a:effectLst>
              <a:latin typeface="KoPub돋움체 Light" panose="02020603020101020101" pitchFamily="18" charset="-127"/>
              <a:ea typeface="KoPub돋움체 Light" panose="02020603020101020101" pitchFamily="18" charset="-127"/>
              <a:cs typeface="Malgun Gothic"/>
              <a:sym typeface="Malgun Gothic"/>
            </a:endParaRPr>
          </a:p>
        </p:txBody>
      </p:sp>
      <p:sp>
        <p:nvSpPr>
          <p:cNvPr id="124" name="직사각형 123">
            <a:extLst>
              <a:ext uri="{FF2B5EF4-FFF2-40B4-BE49-F238E27FC236}">
                <a16:creationId xmlns:a16="http://schemas.microsoft.com/office/drawing/2014/main" id="{C966B56A-30F1-B620-0268-B6F73506E6E9}"/>
              </a:ext>
            </a:extLst>
          </p:cNvPr>
          <p:cNvSpPr/>
          <p:nvPr/>
        </p:nvSpPr>
        <p:spPr bwMode="auto">
          <a:xfrm>
            <a:off x="5809075" y="6142462"/>
            <a:ext cx="1186327" cy="240747"/>
          </a:xfrm>
          <a:prstGeom prst="rect">
            <a:avLst/>
          </a:prstGeom>
          <a:solidFill>
            <a:srgbClr val="F4C405"/>
          </a:solidFill>
          <a:ln w="12700">
            <a:noFill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indent="-157320" algn="ctr" defTabSz="900828" fontAlgn="base" latinLnBrk="0">
              <a:spcBef>
                <a:spcPct val="0"/>
              </a:spcBef>
              <a:spcAft>
                <a:spcPct val="0"/>
              </a:spcAft>
              <a:buClr>
                <a:srgbClr val="808080"/>
              </a:buClr>
              <a:buSzPct val="50000"/>
            </a:pPr>
            <a:r>
              <a:rPr kumimoji="1" lang="ko-KR" altLang="en-US" sz="1200" spc="-3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진행상태 관리</a:t>
            </a:r>
          </a:p>
        </p:txBody>
      </p:sp>
      <p:sp>
        <p:nvSpPr>
          <p:cNvPr id="125" name="Google Shape;713;p26" descr="그림1">
            <a:extLst>
              <a:ext uri="{FF2B5EF4-FFF2-40B4-BE49-F238E27FC236}">
                <a16:creationId xmlns:a16="http://schemas.microsoft.com/office/drawing/2014/main" id="{65E1F035-7E78-F6A3-0B02-926034D5E88F}"/>
              </a:ext>
            </a:extLst>
          </p:cNvPr>
          <p:cNvSpPr>
            <a:spLocks/>
          </p:cNvSpPr>
          <p:nvPr/>
        </p:nvSpPr>
        <p:spPr>
          <a:xfrm>
            <a:off x="7118834" y="4983211"/>
            <a:ext cx="199057" cy="258803"/>
          </a:xfrm>
          <a:prstGeom prst="roundRect">
            <a:avLst/>
          </a:prstGeom>
          <a:solidFill>
            <a:srgbClr val="3FC8F4"/>
          </a:solidFill>
          <a:ln w="9525" cap="flat" cmpd="sng">
            <a:solidFill>
              <a:schemeClr val="bg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12700" dir="2700000" algn="tl" rotWithShape="0">
              <a:srgbClr val="000000">
                <a:alpha val="9000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lang="en-US" sz="1100" b="1" spc="-5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effectLst>
                  <a:outerShdw blurRad="254000" algn="ctr" rotWithShape="0">
                    <a:srgbClr val="C00000">
                      <a:alpha val="72000"/>
                    </a:srgbClr>
                  </a:outerShdw>
                </a:effectLst>
                <a:latin typeface="KoPub돋움체 Light" panose="02020603020101020101" pitchFamily="18" charset="-127"/>
                <a:ea typeface="KoPub돋움체 Light" panose="02020603020101020101" pitchFamily="18" charset="-127"/>
                <a:cs typeface="Malgun Gothic"/>
                <a:sym typeface="Malgun Gothic"/>
              </a:rPr>
              <a:t>3</a:t>
            </a:r>
            <a:endParaRPr b="1" i="0" u="none" strike="noStrike" cap="none" spc="-5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bg1"/>
              </a:solidFill>
              <a:effectLst>
                <a:outerShdw blurRad="254000" algn="ctr" rotWithShape="0">
                  <a:srgbClr val="C00000">
                    <a:alpha val="72000"/>
                  </a:srgbClr>
                </a:outerShdw>
              </a:effectLst>
              <a:latin typeface="KoPub돋움체 Light" panose="02020603020101020101" pitchFamily="18" charset="-127"/>
              <a:ea typeface="KoPub돋움체 Light" panose="02020603020101020101" pitchFamily="18" charset="-127"/>
              <a:cs typeface="Malgun Gothic"/>
              <a:sym typeface="Malgun Gothic"/>
            </a:endParaRPr>
          </a:p>
        </p:txBody>
      </p:sp>
      <p:graphicFrame>
        <p:nvGraphicFramePr>
          <p:cNvPr id="128" name="표 127">
            <a:extLst>
              <a:ext uri="{FF2B5EF4-FFF2-40B4-BE49-F238E27FC236}">
                <a16:creationId xmlns:a16="http://schemas.microsoft.com/office/drawing/2014/main" id="{9FFAE785-B36A-47CF-3070-0E212F7BC61D}"/>
              </a:ext>
            </a:extLst>
          </p:cNvPr>
          <p:cNvGraphicFramePr>
            <a:graphicFrameLocks noGrp="1"/>
          </p:cNvGraphicFramePr>
          <p:nvPr/>
        </p:nvGraphicFramePr>
        <p:xfrm>
          <a:off x="890774" y="5748247"/>
          <a:ext cx="51576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9600">
                  <a:extLst>
                    <a:ext uri="{9D8B030D-6E8A-4147-A177-3AD203B41FA5}">
                      <a16:colId xmlns:a16="http://schemas.microsoft.com/office/drawing/2014/main" val="2202350281"/>
                    </a:ext>
                  </a:extLst>
                </a:gridCol>
                <a:gridCol w="859600">
                  <a:extLst>
                    <a:ext uri="{9D8B030D-6E8A-4147-A177-3AD203B41FA5}">
                      <a16:colId xmlns:a16="http://schemas.microsoft.com/office/drawing/2014/main" val="2457380484"/>
                    </a:ext>
                  </a:extLst>
                </a:gridCol>
                <a:gridCol w="859600">
                  <a:extLst>
                    <a:ext uri="{9D8B030D-6E8A-4147-A177-3AD203B41FA5}">
                      <a16:colId xmlns:a16="http://schemas.microsoft.com/office/drawing/2014/main" val="3781191027"/>
                    </a:ext>
                  </a:extLst>
                </a:gridCol>
                <a:gridCol w="859600">
                  <a:extLst>
                    <a:ext uri="{9D8B030D-6E8A-4147-A177-3AD203B41FA5}">
                      <a16:colId xmlns:a16="http://schemas.microsoft.com/office/drawing/2014/main" val="3651967603"/>
                    </a:ext>
                  </a:extLst>
                </a:gridCol>
                <a:gridCol w="859600">
                  <a:extLst>
                    <a:ext uri="{9D8B030D-6E8A-4147-A177-3AD203B41FA5}">
                      <a16:colId xmlns:a16="http://schemas.microsoft.com/office/drawing/2014/main" val="2128089168"/>
                    </a:ext>
                  </a:extLst>
                </a:gridCol>
                <a:gridCol w="859600">
                  <a:extLst>
                    <a:ext uri="{9D8B030D-6E8A-4147-A177-3AD203B41FA5}">
                      <a16:colId xmlns:a16="http://schemas.microsoft.com/office/drawing/2014/main" val="4534506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</a:rPr>
                        <a:t>임시저장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</a:rPr>
                        <a:t>접수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</a:rPr>
                        <a:t>스케줄등록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err="1"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</a:rPr>
                        <a:t>처리중</a:t>
                      </a:r>
                      <a:r>
                        <a:rPr lang="en-US" altLang="ko-KR" sz="900"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</a:rPr>
                        <a:t>(</a:t>
                      </a:r>
                      <a:r>
                        <a:rPr lang="ko-KR" altLang="en-US" sz="900"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</a:rPr>
                        <a:t>현장</a:t>
                      </a:r>
                      <a:r>
                        <a:rPr lang="en-US" altLang="ko-KR" sz="900"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</a:rPr>
                        <a:t>)</a:t>
                      </a:r>
                      <a:endParaRPr lang="ko-KR" altLang="en-US" sz="900">
                        <a:solidFill>
                          <a:schemeClr val="tx1"/>
                        </a:solidFill>
                        <a:latin typeface="KoPub돋움체 Light" panose="02020603020101020101" pitchFamily="18" charset="-127"/>
                        <a:ea typeface="KoPub돋움체 Light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</a:rPr>
                        <a:t>결과등록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>
                          <a:solidFill>
                            <a:schemeClr val="tx1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</a:rPr>
                        <a:t>처리완료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1067621"/>
                  </a:ext>
                </a:extLst>
              </a:tr>
            </a:tbl>
          </a:graphicData>
        </a:graphic>
      </p:graphicFrame>
      <p:sp>
        <p:nvSpPr>
          <p:cNvPr id="129" name="화살표: 오른쪽 128">
            <a:extLst>
              <a:ext uri="{FF2B5EF4-FFF2-40B4-BE49-F238E27FC236}">
                <a16:creationId xmlns:a16="http://schemas.microsoft.com/office/drawing/2014/main" id="{D7F860A7-BDBE-DDB0-8FAB-39DC92EBC3F7}"/>
              </a:ext>
            </a:extLst>
          </p:cNvPr>
          <p:cNvSpPr/>
          <p:nvPr/>
        </p:nvSpPr>
        <p:spPr bwMode="auto">
          <a:xfrm>
            <a:off x="1647825" y="5880586"/>
            <a:ext cx="228600" cy="99666"/>
          </a:xfrm>
          <a:prstGeom prst="rightArrow">
            <a:avLst/>
          </a:prstGeom>
          <a:solidFill>
            <a:schemeClr val="bg1">
              <a:lumMod val="75000"/>
            </a:schemeClr>
          </a:solidFill>
          <a:ln w="12700"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marL="0" indent="-157320" algn="ctr" defTabSz="900828" fontAlgn="base" latinLnBrk="0">
              <a:spcBef>
                <a:spcPct val="0"/>
              </a:spcBef>
              <a:spcAft>
                <a:spcPct val="0"/>
              </a:spcAft>
              <a:buClr>
                <a:srgbClr val="808080"/>
              </a:buClr>
              <a:buSzPct val="50000"/>
            </a:pPr>
            <a:endParaRPr kumimoji="1" lang="ko-KR" altLang="en-US" sz="1400" spc="-3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30" name="화살표: 오른쪽 129">
            <a:extLst>
              <a:ext uri="{FF2B5EF4-FFF2-40B4-BE49-F238E27FC236}">
                <a16:creationId xmlns:a16="http://schemas.microsoft.com/office/drawing/2014/main" id="{86190E7E-E322-B381-039D-A4071A09234D}"/>
              </a:ext>
            </a:extLst>
          </p:cNvPr>
          <p:cNvSpPr/>
          <p:nvPr/>
        </p:nvSpPr>
        <p:spPr bwMode="auto">
          <a:xfrm>
            <a:off x="2509707" y="5880586"/>
            <a:ext cx="228600" cy="99666"/>
          </a:xfrm>
          <a:prstGeom prst="rightArrow">
            <a:avLst/>
          </a:prstGeom>
          <a:solidFill>
            <a:schemeClr val="bg1">
              <a:lumMod val="75000"/>
            </a:schemeClr>
          </a:solidFill>
          <a:ln w="12700"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marL="0" indent="-157320" algn="ctr" defTabSz="900828" fontAlgn="base" latinLnBrk="0">
              <a:spcBef>
                <a:spcPct val="0"/>
              </a:spcBef>
              <a:spcAft>
                <a:spcPct val="0"/>
              </a:spcAft>
              <a:buClr>
                <a:srgbClr val="808080"/>
              </a:buClr>
              <a:buSzPct val="50000"/>
            </a:pPr>
            <a:endParaRPr kumimoji="1" lang="ko-KR" altLang="en-US" sz="1400" spc="-3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31" name="화살표: 오른쪽 130">
            <a:extLst>
              <a:ext uri="{FF2B5EF4-FFF2-40B4-BE49-F238E27FC236}">
                <a16:creationId xmlns:a16="http://schemas.microsoft.com/office/drawing/2014/main" id="{E18657F7-CD5F-90C7-DE40-A6E817511179}"/>
              </a:ext>
            </a:extLst>
          </p:cNvPr>
          <p:cNvSpPr/>
          <p:nvPr/>
        </p:nvSpPr>
        <p:spPr bwMode="auto">
          <a:xfrm>
            <a:off x="3357600" y="5880586"/>
            <a:ext cx="228600" cy="99666"/>
          </a:xfrm>
          <a:prstGeom prst="rightArrow">
            <a:avLst/>
          </a:prstGeom>
          <a:solidFill>
            <a:schemeClr val="bg1">
              <a:lumMod val="75000"/>
            </a:schemeClr>
          </a:solidFill>
          <a:ln w="12700"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marL="0" indent="-157320" algn="ctr" defTabSz="900828" fontAlgn="base" latinLnBrk="0">
              <a:spcBef>
                <a:spcPct val="0"/>
              </a:spcBef>
              <a:spcAft>
                <a:spcPct val="0"/>
              </a:spcAft>
              <a:buClr>
                <a:srgbClr val="808080"/>
              </a:buClr>
              <a:buSzPct val="50000"/>
            </a:pPr>
            <a:endParaRPr kumimoji="1" lang="ko-KR" altLang="en-US" sz="1400" spc="-3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32" name="화살표: 오른쪽 131">
            <a:extLst>
              <a:ext uri="{FF2B5EF4-FFF2-40B4-BE49-F238E27FC236}">
                <a16:creationId xmlns:a16="http://schemas.microsoft.com/office/drawing/2014/main" id="{859E9576-8B1A-61E1-AE18-3212B86374CA}"/>
              </a:ext>
            </a:extLst>
          </p:cNvPr>
          <p:cNvSpPr/>
          <p:nvPr/>
        </p:nvSpPr>
        <p:spPr bwMode="auto">
          <a:xfrm>
            <a:off x="4205493" y="5880586"/>
            <a:ext cx="228600" cy="99666"/>
          </a:xfrm>
          <a:prstGeom prst="rightArrow">
            <a:avLst/>
          </a:prstGeom>
          <a:solidFill>
            <a:schemeClr val="bg1">
              <a:lumMod val="75000"/>
            </a:schemeClr>
          </a:solidFill>
          <a:ln w="12700"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marL="0" indent="-157320" algn="ctr" defTabSz="900828" fontAlgn="base" latinLnBrk="0">
              <a:spcBef>
                <a:spcPct val="0"/>
              </a:spcBef>
              <a:spcAft>
                <a:spcPct val="0"/>
              </a:spcAft>
              <a:buClr>
                <a:srgbClr val="808080"/>
              </a:buClr>
              <a:buSzPct val="50000"/>
            </a:pPr>
            <a:endParaRPr kumimoji="1" lang="ko-KR" altLang="en-US" sz="1400" spc="-3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33" name="화살표: 오른쪽 132">
            <a:extLst>
              <a:ext uri="{FF2B5EF4-FFF2-40B4-BE49-F238E27FC236}">
                <a16:creationId xmlns:a16="http://schemas.microsoft.com/office/drawing/2014/main" id="{B9FAD051-18E0-110D-A188-46D26C4F1891}"/>
              </a:ext>
            </a:extLst>
          </p:cNvPr>
          <p:cNvSpPr/>
          <p:nvPr/>
        </p:nvSpPr>
        <p:spPr bwMode="auto">
          <a:xfrm>
            <a:off x="5097332" y="5880586"/>
            <a:ext cx="228600" cy="99666"/>
          </a:xfrm>
          <a:prstGeom prst="rightArrow">
            <a:avLst/>
          </a:prstGeom>
          <a:solidFill>
            <a:schemeClr val="bg1">
              <a:lumMod val="75000"/>
            </a:schemeClr>
          </a:solidFill>
          <a:ln w="12700"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marL="0" indent="-157320" algn="ctr" defTabSz="900828" fontAlgn="base" latinLnBrk="0">
              <a:spcBef>
                <a:spcPct val="0"/>
              </a:spcBef>
              <a:spcAft>
                <a:spcPct val="0"/>
              </a:spcAft>
              <a:buClr>
                <a:srgbClr val="808080"/>
              </a:buClr>
              <a:buSzPct val="50000"/>
            </a:pPr>
            <a:endParaRPr kumimoji="1" lang="ko-KR" altLang="en-US" sz="1400" spc="-3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42" name="설명선: 아래쪽 화살표 41">
            <a:extLst>
              <a:ext uri="{FF2B5EF4-FFF2-40B4-BE49-F238E27FC236}">
                <a16:creationId xmlns:a16="http://schemas.microsoft.com/office/drawing/2014/main" id="{A4521B02-2D85-5169-079C-8BE42970B761}"/>
              </a:ext>
            </a:extLst>
          </p:cNvPr>
          <p:cNvSpPr/>
          <p:nvPr/>
        </p:nvSpPr>
        <p:spPr bwMode="auto">
          <a:xfrm>
            <a:off x="4001361" y="2588111"/>
            <a:ext cx="2382231" cy="571294"/>
          </a:xfrm>
          <a:prstGeom prst="downArrowCallout">
            <a:avLst>
              <a:gd name="adj1" fmla="val 8792"/>
              <a:gd name="adj2" fmla="val 11739"/>
              <a:gd name="adj3" fmla="val 15422"/>
              <a:gd name="adj4" fmla="val 75724"/>
            </a:avLst>
          </a:prstGeom>
          <a:gradFill flip="none" rotWithShape="1">
            <a:gsLst>
              <a:gs pos="0">
                <a:srgbClr val="1EC5C1">
                  <a:tint val="66000"/>
                  <a:satMod val="160000"/>
                </a:srgbClr>
              </a:gs>
              <a:gs pos="50000">
                <a:srgbClr val="1EC5C1">
                  <a:tint val="44500"/>
                  <a:satMod val="160000"/>
                </a:srgbClr>
              </a:gs>
              <a:gs pos="100000">
                <a:srgbClr val="1EC5C1">
                  <a:tint val="23500"/>
                  <a:satMod val="160000"/>
                </a:srgbClr>
              </a:gs>
            </a:gsLst>
            <a:lin ang="8100000" scaled="1"/>
            <a:tileRect/>
          </a:gradFill>
          <a:ln w="12700"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marL="0" indent="-157320" algn="ctr" defTabSz="900828" fontAlgn="base" latinLnBrk="0">
              <a:spcBef>
                <a:spcPct val="0"/>
              </a:spcBef>
              <a:spcAft>
                <a:spcPct val="0"/>
              </a:spcAft>
              <a:buClr>
                <a:srgbClr val="808080"/>
              </a:buClr>
              <a:buSzPct val="50000"/>
            </a:pPr>
            <a:endParaRPr kumimoji="1" lang="ko-KR" altLang="en-US" sz="1400" spc="-3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5DE2CE06-C1B7-699E-6D16-DCACC0FED3CF}"/>
              </a:ext>
            </a:extLst>
          </p:cNvPr>
          <p:cNvGrpSpPr/>
          <p:nvPr/>
        </p:nvGrpSpPr>
        <p:grpSpPr>
          <a:xfrm flipV="1">
            <a:off x="1124380" y="2638253"/>
            <a:ext cx="5372286" cy="288723"/>
            <a:chOff x="677532" y="3321264"/>
            <a:chExt cx="8550937" cy="215472"/>
          </a:xfrm>
        </p:grpSpPr>
        <p:sp>
          <p:nvSpPr>
            <p:cNvPr id="7" name="AutoShape 98">
              <a:extLst>
                <a:ext uri="{FF2B5EF4-FFF2-40B4-BE49-F238E27FC236}">
                  <a16:creationId xmlns:a16="http://schemas.microsoft.com/office/drawing/2014/main" id="{0E63F050-C3BB-322D-D67D-BE413682D4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9917" y="3321264"/>
              <a:ext cx="1764913" cy="215472"/>
            </a:xfrm>
            <a:prstGeom prst="chevron">
              <a:avLst>
                <a:gd name="adj" fmla="val 16009"/>
              </a:avLst>
            </a:prstGeom>
            <a:solidFill>
              <a:srgbClr val="FFFFFF">
                <a:lumMod val="85000"/>
              </a:srgbClr>
            </a:solidFill>
            <a:ln w="9525" algn="ctr">
              <a:solidFill>
                <a:srgbClr val="FFFFFF"/>
              </a:solidFill>
              <a:miter lim="800000"/>
              <a:headEnd/>
              <a:tailEnd/>
            </a:ln>
            <a:effectLst/>
          </p:spPr>
          <p:txBody>
            <a:bodyPr rot="10800000" vert="horz" wrap="none" rIns="17743" anchor="ctr"/>
            <a:lstStyle>
              <a:defPPr>
                <a:defRPr lang="ko-KR"/>
              </a:defPPr>
              <a:lvl1pPr marL="0" algn="l" defTabSz="995363" rtl="0" eaLnBrk="0" latinLnBrk="1" hangingPunct="0">
                <a:defRPr kumimoji="1" sz="1000" b="1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1pPr>
              <a:lvl2pPr marL="809625" indent="-311150" algn="l" defTabSz="995363" rtl="0" eaLnBrk="0" latinLnBrk="1" hangingPunct="0">
                <a:defRPr kumimoji="1" sz="1000" b="1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2pPr>
              <a:lvl3pPr marL="1244600" indent="-249238" algn="l" defTabSz="995363" rtl="0" eaLnBrk="0" latinLnBrk="1" hangingPunct="0">
                <a:defRPr kumimoji="1" sz="1000" b="1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3pPr>
              <a:lvl4pPr marL="1743075" indent="-249238" algn="l" defTabSz="995363" rtl="0" eaLnBrk="0" latinLnBrk="1" hangingPunct="0">
                <a:defRPr kumimoji="1" sz="1000" b="1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4pPr>
              <a:lvl5pPr marL="2239963" indent="-249238" algn="l" defTabSz="995363" rtl="0" eaLnBrk="0" latinLnBrk="1" hangingPunct="0">
                <a:defRPr kumimoji="1" sz="1000" b="1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5pPr>
              <a:lvl6pPr marL="2697163" indent="-249238" algn="ctr" defTabSz="995363" rtl="0" eaLnBrk="0" fontAlgn="base" latinLnBrk="1" hangingPunct="0">
                <a:spcBef>
                  <a:spcPct val="0"/>
                </a:spcBef>
                <a:spcAft>
                  <a:spcPct val="0"/>
                </a:spcAft>
                <a:buSzPct val="80000"/>
                <a:defRPr kumimoji="1" sz="1000" b="1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6pPr>
              <a:lvl7pPr marL="3154363" indent="-249238" algn="ctr" defTabSz="995363" rtl="0" eaLnBrk="0" fontAlgn="base" latinLnBrk="1" hangingPunct="0">
                <a:spcBef>
                  <a:spcPct val="0"/>
                </a:spcBef>
                <a:spcAft>
                  <a:spcPct val="0"/>
                </a:spcAft>
                <a:buSzPct val="80000"/>
                <a:defRPr kumimoji="1" sz="1000" b="1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7pPr>
              <a:lvl8pPr marL="3611563" indent="-249238" algn="ctr" defTabSz="995363" rtl="0" eaLnBrk="0" fontAlgn="base" latinLnBrk="1" hangingPunct="0">
                <a:spcBef>
                  <a:spcPct val="0"/>
                </a:spcBef>
                <a:spcAft>
                  <a:spcPct val="0"/>
                </a:spcAft>
                <a:buSzPct val="80000"/>
                <a:defRPr kumimoji="1" sz="1000" b="1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8pPr>
              <a:lvl9pPr marL="4068763" indent="-249238" algn="ctr" defTabSz="995363" rtl="0" eaLnBrk="0" fontAlgn="base" latinLnBrk="1" hangingPunct="0">
                <a:spcBef>
                  <a:spcPct val="0"/>
                </a:spcBef>
                <a:spcAft>
                  <a:spcPct val="0"/>
                </a:spcAft>
                <a:buSzPct val="80000"/>
                <a:defRPr kumimoji="1" sz="1000" b="1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9pPr>
            </a:lstStyle>
            <a:p>
              <a:pPr algn="ctr" defTabSz="902993" eaLnBrk="1" fontAlgn="base" latinLnBrk="0" hangingPunct="1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ko-KR" altLang="en-US" kern="0" err="1">
                  <a:solidFill>
                    <a:srgbClr val="000000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열공급</a:t>
              </a:r>
              <a:r>
                <a:rPr lang="ko-KR" altLang="en-US" kern="0">
                  <a:solidFill>
                    <a:srgbClr val="000000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 신청</a:t>
              </a:r>
            </a:p>
          </p:txBody>
        </p:sp>
        <p:sp>
          <p:nvSpPr>
            <p:cNvPr id="8" name="AutoShape 98">
              <a:extLst>
                <a:ext uri="{FF2B5EF4-FFF2-40B4-BE49-F238E27FC236}">
                  <a16:creationId xmlns:a16="http://schemas.microsoft.com/office/drawing/2014/main" id="{859A8160-C81C-3AF9-C6C1-5E02209FC9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46856" y="3321264"/>
              <a:ext cx="1752523" cy="215472"/>
            </a:xfrm>
            <a:prstGeom prst="chevron">
              <a:avLst>
                <a:gd name="adj" fmla="val 16009"/>
              </a:avLst>
            </a:prstGeom>
            <a:solidFill>
              <a:srgbClr val="FFFFFF">
                <a:lumMod val="75000"/>
              </a:srgbClr>
            </a:solidFill>
            <a:ln w="9525" algn="ctr">
              <a:solidFill>
                <a:srgbClr val="FFFFFF"/>
              </a:solidFill>
              <a:miter lim="800000"/>
              <a:headEnd/>
              <a:tailEnd/>
            </a:ln>
            <a:effectLst/>
          </p:spPr>
          <p:txBody>
            <a:bodyPr rot="10800000" vert="horz" wrap="none" rIns="17743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81102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ko-KR" altLang="en-US" sz="1000" b="1" kern="0">
                  <a:solidFill>
                    <a:srgbClr val="000000"/>
                  </a:solidFill>
                  <a:latin typeface="KoPub돋움체 Medium" panose="02020603020101020101" pitchFamily="18" charset="-127"/>
                </a:rPr>
                <a:t>계약 체결</a:t>
              </a:r>
            </a:p>
          </p:txBody>
        </p:sp>
        <p:sp>
          <p:nvSpPr>
            <p:cNvPr id="11" name="AutoShape 98">
              <a:extLst>
                <a:ext uri="{FF2B5EF4-FFF2-40B4-BE49-F238E27FC236}">
                  <a16:creationId xmlns:a16="http://schemas.microsoft.com/office/drawing/2014/main" id="{ECA09EB4-6353-D09C-C3DA-B7BD7B83DD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1403" y="3321264"/>
              <a:ext cx="1752523" cy="215472"/>
            </a:xfrm>
            <a:prstGeom prst="chevron">
              <a:avLst>
                <a:gd name="adj" fmla="val 16009"/>
              </a:avLst>
            </a:prstGeom>
            <a:solidFill>
              <a:srgbClr val="73B1FD"/>
            </a:solidFill>
            <a:ln w="9525" algn="ctr">
              <a:solidFill>
                <a:srgbClr val="FFFFFF"/>
              </a:solidFill>
              <a:miter lim="800000"/>
              <a:headEnd/>
              <a:tailEnd/>
            </a:ln>
            <a:effectLst/>
          </p:spPr>
          <p:txBody>
            <a:bodyPr rot="10800000" vert="horz" wrap="none" rIns="17743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81102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ko-KR" altLang="en-US" sz="1000" b="1" kern="0">
                  <a:solidFill>
                    <a:schemeClr val="bg1"/>
                  </a:solidFill>
                  <a:latin typeface="KoPub돋움체 Medium" panose="02020603020101020101" pitchFamily="18" charset="-127"/>
                </a:rPr>
                <a:t>점검</a:t>
              </a:r>
            </a:p>
          </p:txBody>
        </p:sp>
        <p:sp>
          <p:nvSpPr>
            <p:cNvPr id="18" name="AutoShape 98">
              <a:extLst>
                <a:ext uri="{FF2B5EF4-FFF2-40B4-BE49-F238E27FC236}">
                  <a16:creationId xmlns:a16="http://schemas.microsoft.com/office/drawing/2014/main" id="{2DC78CF7-0567-E179-219A-DDB0F7880D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75946" y="3321264"/>
              <a:ext cx="1752523" cy="215472"/>
            </a:xfrm>
            <a:prstGeom prst="chevron">
              <a:avLst>
                <a:gd name="adj" fmla="val 16009"/>
              </a:avLst>
            </a:prstGeom>
            <a:solidFill>
              <a:srgbClr val="035BC3"/>
            </a:solidFill>
            <a:ln w="9525" algn="ctr">
              <a:solidFill>
                <a:srgbClr val="FFFFFF"/>
              </a:solidFill>
              <a:miter lim="800000"/>
              <a:headEnd/>
              <a:tailEnd/>
            </a:ln>
            <a:effectLst/>
          </p:spPr>
          <p:txBody>
            <a:bodyPr rot="10800000" vert="horz" wrap="none" rIns="17743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81102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ko-KR" altLang="en-US" sz="1000" b="1" kern="0" err="1">
                  <a:solidFill>
                    <a:schemeClr val="bg1"/>
                  </a:solidFill>
                  <a:latin typeface="KoPub돋움체 Medium" panose="02020603020101020101" pitchFamily="18" charset="-127"/>
                </a:rPr>
                <a:t>열공급</a:t>
              </a:r>
              <a:r>
                <a:rPr kumimoji="1" lang="ko-KR" altLang="en-US" sz="1000" b="1" kern="0">
                  <a:solidFill>
                    <a:schemeClr val="bg1"/>
                  </a:solidFill>
                  <a:latin typeface="KoPub돋움체 Medium" panose="02020603020101020101" pitchFamily="18" charset="-127"/>
                </a:rPr>
                <a:t> 완료</a:t>
              </a:r>
            </a:p>
          </p:txBody>
        </p:sp>
        <p:sp>
          <p:nvSpPr>
            <p:cNvPr id="23" name="AutoShape 97">
              <a:extLst>
                <a:ext uri="{FF2B5EF4-FFF2-40B4-BE49-F238E27FC236}">
                  <a16:creationId xmlns:a16="http://schemas.microsoft.com/office/drawing/2014/main" id="{82F91ADA-7701-8768-DFAD-038F659C78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7532" y="3330493"/>
              <a:ext cx="1728454" cy="197015"/>
            </a:xfrm>
            <a:prstGeom prst="homePlate">
              <a:avLst>
                <a:gd name="adj" fmla="val 26264"/>
              </a:avLst>
            </a:prstGeom>
            <a:solidFill>
              <a:sysClr val="window" lastClr="FFFFFF"/>
            </a:solidFill>
            <a:ln w="9525" algn="ctr">
              <a:solidFill>
                <a:sysClr val="window" lastClr="FFFFFF">
                  <a:lumMod val="85000"/>
                </a:sysClr>
              </a:solidFill>
              <a:miter lim="800000"/>
              <a:headEnd/>
              <a:tailEnd/>
            </a:ln>
            <a:effectLst/>
          </p:spPr>
          <p:txBody>
            <a:bodyPr rot="10800000" vert="horz" wrap="none" anchor="ctr"/>
            <a:lstStyle>
              <a:defPPr>
                <a:defRPr lang="ko-KR"/>
              </a:defPPr>
              <a:lvl1pPr marL="0" algn="l" defTabSz="995363" rtl="0" eaLnBrk="0" latinLnBrk="1" hangingPunct="0">
                <a:defRPr kumimoji="1" sz="1000" b="1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1pPr>
              <a:lvl2pPr marL="809625" indent="-311150" algn="l" defTabSz="995363" rtl="0" eaLnBrk="0" latinLnBrk="1" hangingPunct="0">
                <a:defRPr kumimoji="1" sz="1000" b="1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2pPr>
              <a:lvl3pPr marL="1244600" indent="-249238" algn="l" defTabSz="995363" rtl="0" eaLnBrk="0" latinLnBrk="1" hangingPunct="0">
                <a:defRPr kumimoji="1" sz="1000" b="1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3pPr>
              <a:lvl4pPr marL="1743075" indent="-249238" algn="l" defTabSz="995363" rtl="0" eaLnBrk="0" latinLnBrk="1" hangingPunct="0">
                <a:defRPr kumimoji="1" sz="1000" b="1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4pPr>
              <a:lvl5pPr marL="2239963" indent="-249238" algn="l" defTabSz="995363" rtl="0" eaLnBrk="0" latinLnBrk="1" hangingPunct="0">
                <a:defRPr kumimoji="1" sz="1000" b="1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5pPr>
              <a:lvl6pPr marL="2697163" indent="-249238" algn="ctr" defTabSz="995363" rtl="0" eaLnBrk="0" fontAlgn="base" latinLnBrk="1" hangingPunct="0">
                <a:spcBef>
                  <a:spcPct val="0"/>
                </a:spcBef>
                <a:spcAft>
                  <a:spcPct val="0"/>
                </a:spcAft>
                <a:buSzPct val="80000"/>
                <a:defRPr kumimoji="1" sz="1000" b="1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6pPr>
              <a:lvl7pPr marL="3154363" indent="-249238" algn="ctr" defTabSz="995363" rtl="0" eaLnBrk="0" fontAlgn="base" latinLnBrk="1" hangingPunct="0">
                <a:spcBef>
                  <a:spcPct val="0"/>
                </a:spcBef>
                <a:spcAft>
                  <a:spcPct val="0"/>
                </a:spcAft>
                <a:buSzPct val="80000"/>
                <a:defRPr kumimoji="1" sz="1000" b="1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7pPr>
              <a:lvl8pPr marL="3611563" indent="-249238" algn="ctr" defTabSz="995363" rtl="0" eaLnBrk="0" fontAlgn="base" latinLnBrk="1" hangingPunct="0">
                <a:spcBef>
                  <a:spcPct val="0"/>
                </a:spcBef>
                <a:spcAft>
                  <a:spcPct val="0"/>
                </a:spcAft>
                <a:buSzPct val="80000"/>
                <a:defRPr kumimoji="1" sz="1000" b="1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8pPr>
              <a:lvl9pPr marL="4068763" indent="-249238" algn="ctr" defTabSz="995363" rtl="0" eaLnBrk="0" fontAlgn="base" latinLnBrk="1" hangingPunct="0">
                <a:spcBef>
                  <a:spcPct val="0"/>
                </a:spcBef>
                <a:spcAft>
                  <a:spcPct val="0"/>
                </a:spcAft>
                <a:buSzPct val="80000"/>
                <a:defRPr kumimoji="1" sz="1000" b="1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9pPr>
            </a:lstStyle>
            <a:p>
              <a:pPr marL="0" marR="0" lvl="0" indent="0" algn="ctr" defTabSz="902993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건축허가 협의</a:t>
              </a:r>
            </a:p>
          </p:txBody>
        </p:sp>
      </p:grpSp>
      <p:sp>
        <p:nvSpPr>
          <p:cNvPr id="2" name="화살표: 오각형 1">
            <a:extLst>
              <a:ext uri="{FF2B5EF4-FFF2-40B4-BE49-F238E27FC236}">
                <a16:creationId xmlns:a16="http://schemas.microsoft.com/office/drawing/2014/main" id="{F9717951-B19D-2969-BEFE-C6D9E5830BCE}"/>
              </a:ext>
            </a:extLst>
          </p:cNvPr>
          <p:cNvSpPr/>
          <p:nvPr/>
        </p:nvSpPr>
        <p:spPr bwMode="auto">
          <a:xfrm>
            <a:off x="704186" y="3186540"/>
            <a:ext cx="1662958" cy="227953"/>
          </a:xfrm>
          <a:prstGeom prst="homePlate">
            <a:avLst/>
          </a:prstGeom>
          <a:solidFill>
            <a:srgbClr val="1EC5C1"/>
          </a:solidFill>
          <a:ln w="12700">
            <a:noFill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indent="-157320" algn="ctr" defTabSz="900828" fontAlgn="base" latinLnBrk="0">
              <a:spcBef>
                <a:spcPct val="0"/>
              </a:spcBef>
              <a:spcAft>
                <a:spcPct val="0"/>
              </a:spcAft>
              <a:buClr>
                <a:srgbClr val="808080"/>
              </a:buClr>
              <a:buSzPct val="50000"/>
            </a:pPr>
            <a:r>
              <a:rPr kumimoji="1" lang="ko-KR" altLang="en-US" sz="1400" spc="-3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중간 점검</a:t>
            </a:r>
          </a:p>
        </p:txBody>
      </p:sp>
      <p:sp>
        <p:nvSpPr>
          <p:cNvPr id="3" name="화살표: 오각형 2">
            <a:extLst>
              <a:ext uri="{FF2B5EF4-FFF2-40B4-BE49-F238E27FC236}">
                <a16:creationId xmlns:a16="http://schemas.microsoft.com/office/drawing/2014/main" id="{D7623771-A15B-67EE-620C-721ED0FD58E5}"/>
              </a:ext>
            </a:extLst>
          </p:cNvPr>
          <p:cNvSpPr/>
          <p:nvPr/>
        </p:nvSpPr>
        <p:spPr bwMode="auto">
          <a:xfrm>
            <a:off x="2386973" y="3186540"/>
            <a:ext cx="1662958" cy="227953"/>
          </a:xfrm>
          <a:prstGeom prst="homePlate">
            <a:avLst/>
          </a:prstGeom>
          <a:solidFill>
            <a:srgbClr val="1EC5C1"/>
          </a:solidFill>
          <a:ln w="12700">
            <a:noFill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indent="-157320" algn="ctr" defTabSz="900828" fontAlgn="base" latinLnBrk="0">
              <a:spcBef>
                <a:spcPct val="0"/>
              </a:spcBef>
              <a:spcAft>
                <a:spcPct val="0"/>
              </a:spcAft>
              <a:buClr>
                <a:srgbClr val="808080"/>
              </a:buClr>
              <a:buSzPct val="50000"/>
            </a:pPr>
            <a:r>
              <a:rPr kumimoji="1" lang="ko-KR" altLang="en-US" sz="1400" spc="-3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준공 점검</a:t>
            </a:r>
          </a:p>
        </p:txBody>
      </p:sp>
      <p:sp>
        <p:nvSpPr>
          <p:cNvPr id="5" name="화살표: 오각형 4">
            <a:extLst>
              <a:ext uri="{FF2B5EF4-FFF2-40B4-BE49-F238E27FC236}">
                <a16:creationId xmlns:a16="http://schemas.microsoft.com/office/drawing/2014/main" id="{CB403D1C-39E3-4EB7-DE94-1DB27C65E152}"/>
              </a:ext>
            </a:extLst>
          </p:cNvPr>
          <p:cNvSpPr/>
          <p:nvPr/>
        </p:nvSpPr>
        <p:spPr bwMode="auto">
          <a:xfrm>
            <a:off x="4062391" y="3186540"/>
            <a:ext cx="2853255" cy="227953"/>
          </a:xfrm>
          <a:prstGeom prst="homePlate">
            <a:avLst/>
          </a:prstGeom>
          <a:solidFill>
            <a:srgbClr val="1EC5C1"/>
          </a:solidFill>
          <a:ln w="12700">
            <a:noFill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indent="-157320" defTabSz="900828" fontAlgn="base" latinLnBrk="0">
              <a:spcBef>
                <a:spcPct val="0"/>
              </a:spcBef>
              <a:spcAft>
                <a:spcPct val="0"/>
              </a:spcAft>
              <a:buClr>
                <a:srgbClr val="808080"/>
              </a:buClr>
              <a:buSzPct val="50000"/>
            </a:pPr>
            <a:r>
              <a:rPr kumimoji="1" lang="ko-KR" altLang="en-US" sz="1400" spc="-3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     </a:t>
            </a:r>
            <a:r>
              <a:rPr kumimoji="1" lang="ko-KR" altLang="en-US" sz="1400" spc="-3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열공급</a:t>
            </a:r>
            <a:r>
              <a:rPr kumimoji="1" lang="ko-KR" altLang="en-US" sz="1400" spc="-3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처리    </a:t>
            </a:r>
          </a:p>
        </p:txBody>
      </p:sp>
      <p:sp>
        <p:nvSpPr>
          <p:cNvPr id="109" name="화살표: 오각형 108">
            <a:extLst>
              <a:ext uri="{FF2B5EF4-FFF2-40B4-BE49-F238E27FC236}">
                <a16:creationId xmlns:a16="http://schemas.microsoft.com/office/drawing/2014/main" id="{7225051C-E747-B2D9-8B33-8681432AEBFC}"/>
              </a:ext>
            </a:extLst>
          </p:cNvPr>
          <p:cNvSpPr/>
          <p:nvPr/>
        </p:nvSpPr>
        <p:spPr bwMode="auto">
          <a:xfrm>
            <a:off x="5518789" y="3290677"/>
            <a:ext cx="1106737" cy="227953"/>
          </a:xfrm>
          <a:prstGeom prst="homePlate">
            <a:avLst/>
          </a:prstGeom>
          <a:solidFill>
            <a:srgbClr val="1EC5C1"/>
          </a:solidFill>
          <a:ln w="3175">
            <a:solidFill>
              <a:schemeClr val="tx1"/>
            </a:solidFill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indent="-157320" algn="ctr" defTabSz="900828" fontAlgn="base" latinLnBrk="0">
              <a:spcBef>
                <a:spcPct val="0"/>
              </a:spcBef>
              <a:spcAft>
                <a:spcPct val="0"/>
              </a:spcAft>
              <a:buClr>
                <a:srgbClr val="808080"/>
              </a:buClr>
              <a:buSzPct val="50000"/>
            </a:pPr>
            <a:r>
              <a:rPr kumimoji="1" lang="ko-KR" altLang="en-US" sz="1400" spc="-3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단말관리</a:t>
            </a:r>
          </a:p>
        </p:txBody>
      </p:sp>
      <p:grpSp>
        <p:nvGrpSpPr>
          <p:cNvPr id="46" name="그룹 115">
            <a:extLst>
              <a:ext uri="{FF2B5EF4-FFF2-40B4-BE49-F238E27FC236}">
                <a16:creationId xmlns:a16="http://schemas.microsoft.com/office/drawing/2014/main" id="{58CF9C11-968D-D319-B098-C8A33F1C57E6}"/>
              </a:ext>
            </a:extLst>
          </p:cNvPr>
          <p:cNvGrpSpPr/>
          <p:nvPr/>
        </p:nvGrpSpPr>
        <p:grpSpPr>
          <a:xfrm>
            <a:off x="523808" y="1889137"/>
            <a:ext cx="2568424" cy="242672"/>
            <a:chOff x="523808" y="1835362"/>
            <a:chExt cx="2568424" cy="242672"/>
          </a:xfrm>
        </p:grpSpPr>
        <p:sp>
          <p:nvSpPr>
            <p:cNvPr id="44" name="Rectangle 40">
              <a:extLst>
                <a:ext uri="{FF2B5EF4-FFF2-40B4-BE49-F238E27FC236}">
                  <a16:creationId xmlns:a16="http://schemas.microsoft.com/office/drawing/2014/main" id="{CEDBA8CC-861C-BB4D-F3A5-510C544E43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9638" y="1847202"/>
              <a:ext cx="2452594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defTabSz="457200" latinLnBrk="0">
                <a:defRPr/>
              </a:pPr>
              <a:r>
                <a:rPr kumimoji="1" lang="ko-KR" altLang="en-US" sz="1500">
                  <a:ln>
                    <a:solidFill>
                      <a:schemeClr val="tx2">
                        <a:alpha val="0"/>
                      </a:schemeClr>
                    </a:solidFill>
                  </a:ln>
                  <a:latin typeface="KoPub돋움체 Bold" panose="02020603020101020101" pitchFamily="18" charset="-127"/>
                  <a:ea typeface="KoPub돋움체 Bold"/>
                </a:rPr>
                <a:t>열공급 계약 프로세스 구축 </a:t>
              </a:r>
            </a:p>
          </p:txBody>
        </p:sp>
        <p:sp>
          <p:nvSpPr>
            <p:cNvPr id="45" name="사각형: 둥근 모서리 117">
              <a:extLst>
                <a:ext uri="{FF2B5EF4-FFF2-40B4-BE49-F238E27FC236}">
                  <a16:creationId xmlns:a16="http://schemas.microsoft.com/office/drawing/2014/main" id="{038CF70C-EDB4-D4D0-493A-5B29A1C268A4}"/>
                </a:ext>
              </a:extLst>
            </p:cNvPr>
            <p:cNvSpPr/>
            <p:nvPr/>
          </p:nvSpPr>
          <p:spPr bwMode="auto">
            <a:xfrm>
              <a:off x="523808" y="1835362"/>
              <a:ext cx="45719" cy="218985"/>
            </a:xfrm>
            <a:prstGeom prst="roundRect">
              <a:avLst/>
            </a:prstGeom>
            <a:gradFill>
              <a:gsLst>
                <a:gs pos="100000">
                  <a:srgbClr val="99A9BD"/>
                </a:gs>
                <a:gs pos="24516">
                  <a:srgbClr val="596F89"/>
                </a:gs>
              </a:gsLst>
              <a:lin ang="5400000" scaled="1"/>
            </a:gradFill>
            <a:ln w="12700">
              <a:noFill/>
            </a:ln>
            <a:effectLst/>
          </p:spPr>
          <p:txBody>
            <a:bodyPr wrap="square" lIns="0" tIns="0" rIns="0" bIns="0" rtlCol="0" anchor="ctr">
              <a:noAutofit/>
            </a:bodyPr>
            <a:lstStyle/>
            <a:p>
              <a:pPr indent="-157320" algn="ctr" defTabSz="900828" fontAlgn="base" latinLnBrk="0">
                <a:spcBef>
                  <a:spcPct val="0"/>
                </a:spcBef>
                <a:spcAft>
                  <a:spcPct val="0"/>
                </a:spcAft>
                <a:buClr>
                  <a:srgbClr val="808080"/>
                </a:buClr>
                <a:buSzPct val="50000"/>
              </a:pPr>
              <a:endParaRPr kumimoji="1" lang="ko-KR" altLang="en-US" sz="1400" spc="-3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594905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Rectangle 5">
            <a:extLst>
              <a:ext uri="{FF2B5EF4-FFF2-40B4-BE49-F238E27FC236}">
                <a16:creationId xmlns:a16="http://schemas.microsoft.com/office/drawing/2014/main" id="{7C1B63B8-C5AA-438C-A24F-6277462DE9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811" y="479272"/>
            <a:ext cx="238848" cy="3877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0C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b">
            <a:spAutoFit/>
          </a:bodyPr>
          <a:lstStyle/>
          <a:p>
            <a:pPr algn="ctr" defTabSz="935755">
              <a:lnSpc>
                <a:spcPct val="90000"/>
              </a:lnSpc>
              <a:spcBef>
                <a:spcPct val="0"/>
              </a:spcBef>
            </a:pPr>
            <a:r>
              <a:rPr lang="en-US" altLang="ko-KR" sz="280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  <a:cs typeface="+mj-cs"/>
              </a:rPr>
              <a:t>3</a:t>
            </a:r>
          </a:p>
        </p:txBody>
      </p:sp>
      <p:grpSp>
        <p:nvGrpSpPr>
          <p:cNvPr id="207" name="그룹 206">
            <a:extLst>
              <a:ext uri="{FF2B5EF4-FFF2-40B4-BE49-F238E27FC236}">
                <a16:creationId xmlns:a16="http://schemas.microsoft.com/office/drawing/2014/main" id="{9BBF1087-C343-4AC3-B39D-3A76CBA08D2C}"/>
              </a:ext>
            </a:extLst>
          </p:cNvPr>
          <p:cNvGrpSpPr/>
          <p:nvPr/>
        </p:nvGrpSpPr>
        <p:grpSpPr>
          <a:xfrm>
            <a:off x="523808" y="1889137"/>
            <a:ext cx="1181827" cy="242672"/>
            <a:chOff x="523808" y="1835362"/>
            <a:chExt cx="1181827" cy="242672"/>
          </a:xfrm>
        </p:grpSpPr>
        <p:sp>
          <p:nvSpPr>
            <p:cNvPr id="208" name="Rectangle 40">
              <a:extLst>
                <a:ext uri="{FF2B5EF4-FFF2-40B4-BE49-F238E27FC236}">
                  <a16:creationId xmlns:a16="http://schemas.microsoft.com/office/drawing/2014/main" id="{77552098-17E0-45A3-89FD-9F0C998AA9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9638" y="1847202"/>
              <a:ext cx="1065997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R="0" indent="0" defTabSz="457200" fontAlgn="auto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500">
                  <a:ln>
                    <a:solidFill>
                      <a:schemeClr val="tx2">
                        <a:alpha val="0"/>
                      </a:schemeClr>
                    </a:solidFill>
                  </a:ln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점검관리 기능</a:t>
              </a:r>
            </a:p>
          </p:txBody>
        </p:sp>
        <p:sp>
          <p:nvSpPr>
            <p:cNvPr id="209" name="사각형: 둥근 모서리 208">
              <a:extLst>
                <a:ext uri="{FF2B5EF4-FFF2-40B4-BE49-F238E27FC236}">
                  <a16:creationId xmlns:a16="http://schemas.microsoft.com/office/drawing/2014/main" id="{7B3541E8-2377-42C5-BA98-0ED05A7289F4}"/>
                </a:ext>
              </a:extLst>
            </p:cNvPr>
            <p:cNvSpPr/>
            <p:nvPr/>
          </p:nvSpPr>
          <p:spPr bwMode="auto">
            <a:xfrm>
              <a:off x="523808" y="1835362"/>
              <a:ext cx="45719" cy="218985"/>
            </a:xfrm>
            <a:prstGeom prst="roundRect">
              <a:avLst/>
            </a:prstGeom>
            <a:gradFill>
              <a:gsLst>
                <a:gs pos="100000">
                  <a:srgbClr val="99A9BD"/>
                </a:gs>
                <a:gs pos="24516">
                  <a:srgbClr val="596F89"/>
                </a:gs>
              </a:gsLst>
              <a:lin ang="5400000" scaled="1"/>
            </a:gradFill>
            <a:ln w="12700">
              <a:noFill/>
            </a:ln>
            <a:effectLst/>
          </p:spPr>
          <p:txBody>
            <a:bodyPr wrap="square" lIns="0" tIns="0" rIns="0" bIns="0" rtlCol="0" anchor="ctr">
              <a:noAutofit/>
            </a:bodyPr>
            <a:lstStyle/>
            <a:p>
              <a:pPr indent="-157320" algn="ctr" defTabSz="900828" fontAlgn="base" latinLnBrk="0">
                <a:spcBef>
                  <a:spcPct val="0"/>
                </a:spcBef>
                <a:spcAft>
                  <a:spcPct val="0"/>
                </a:spcAft>
                <a:buClr>
                  <a:srgbClr val="808080"/>
                </a:buClr>
                <a:buSzPct val="50000"/>
              </a:pPr>
              <a:endParaRPr kumimoji="1" lang="ko-KR" altLang="en-US" sz="1400" spc="-3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</p:grp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02590F6-B360-4E50-8680-E8DBD7D0E8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2540" y="1143327"/>
            <a:ext cx="8569585" cy="483466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 anchorCtr="0">
            <a:spAutoFit/>
          </a:bodyPr>
          <a:lstStyle/>
          <a:p>
            <a:pPr defTabSz="903512" fontAlgn="base" latinLnBrk="0">
              <a:lnSpc>
                <a:spcPct val="120000"/>
              </a:lnSpc>
              <a:spcBef>
                <a:spcPts val="100"/>
              </a:spcBef>
              <a:spcAft>
                <a:spcPct val="0"/>
              </a:spcAft>
              <a:buClr>
                <a:srgbClr val="4D4D4D"/>
              </a:buClr>
              <a:buSzPct val="120000"/>
            </a:pPr>
            <a:r>
              <a:rPr lang="ko-KR" altLang="en-US"/>
              <a:t>업체 및 현장 점검 인력 관리부터 점검 업무 전 과정까지</a:t>
            </a:r>
            <a:r>
              <a:rPr lang="en-US" altLang="ko-KR"/>
              <a:t>, </a:t>
            </a:r>
            <a:r>
              <a:rPr lang="ko-KR" altLang="en-US"/>
              <a:t>각 단계별 이력과 증빙</a:t>
            </a:r>
            <a:r>
              <a:rPr lang="en-US" altLang="ko-KR"/>
              <a:t>(</a:t>
            </a:r>
            <a:r>
              <a:rPr lang="ko-KR" altLang="en-US"/>
              <a:t>파일</a:t>
            </a:r>
            <a:r>
              <a:rPr lang="en-US" altLang="ko-KR"/>
              <a:t>/</a:t>
            </a:r>
            <a:r>
              <a:rPr lang="ko-KR" altLang="en-US"/>
              <a:t>사진</a:t>
            </a:r>
            <a:r>
              <a:rPr lang="en-US" altLang="ko-KR"/>
              <a:t>) </a:t>
            </a:r>
            <a:r>
              <a:rPr lang="ko-KR" altLang="en-US"/>
              <a:t>등록을 지원해 결과관리 업무가 누락 없이 끝까지 관리되도록 구성합니다</a:t>
            </a:r>
            <a:r>
              <a:rPr lang="en-US" altLang="ko-KR"/>
              <a:t>.</a:t>
            </a:r>
            <a:endParaRPr lang="ko-KR" altLang="en-US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85C9C624-EE5C-4593-AB34-F69A7A3BA037}"/>
              </a:ext>
            </a:extLst>
          </p:cNvPr>
          <p:cNvGrpSpPr/>
          <p:nvPr/>
        </p:nvGrpSpPr>
        <p:grpSpPr>
          <a:xfrm>
            <a:off x="1019552" y="265478"/>
            <a:ext cx="2572499" cy="546027"/>
            <a:chOff x="1019552" y="265478"/>
            <a:chExt cx="2572499" cy="546027"/>
          </a:xfrm>
        </p:grpSpPr>
        <p:sp>
          <p:nvSpPr>
            <p:cNvPr id="210" name="Rectangle 5">
              <a:extLst>
                <a:ext uri="{FF2B5EF4-FFF2-40B4-BE49-F238E27FC236}">
                  <a16:creationId xmlns:a16="http://schemas.microsoft.com/office/drawing/2014/main" id="{BEA71BEB-36E5-4DCA-92F9-A288ACD88C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9552" y="617093"/>
              <a:ext cx="2572499" cy="1944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0C0C0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b">
              <a:spAutoFit/>
            </a:bodyPr>
            <a:lstStyle/>
            <a:p>
              <a:pPr defTabSz="935755">
                <a:lnSpc>
                  <a:spcPct val="90000"/>
                </a:lnSpc>
                <a:spcBef>
                  <a:spcPct val="0"/>
                </a:spcBef>
              </a:pPr>
              <a:r>
                <a:rPr lang="en-US" altLang="ko-KR" sz="1400" spc="-80">
                  <a:ln>
                    <a:solidFill>
                      <a:srgbClr val="CF043C">
                        <a:alpha val="0"/>
                      </a:srgbClr>
                    </a:solidFill>
                  </a:ln>
                  <a:solidFill>
                    <a:schemeClr val="tx2">
                      <a:lumMod val="60000"/>
                      <a:lumOff val="40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3.6 </a:t>
              </a:r>
              <a:r>
                <a:rPr lang="ko-KR" altLang="en-US" sz="1400" spc="-80">
                  <a:ln>
                    <a:solidFill>
                      <a:srgbClr val="CF043C">
                        <a:alpha val="0"/>
                      </a:srgbClr>
                    </a:solidFill>
                  </a:ln>
                  <a:solidFill>
                    <a:schemeClr val="tx2">
                      <a:lumMod val="60000"/>
                      <a:lumOff val="40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영업 관리 </a:t>
              </a:r>
              <a:r>
                <a:rPr lang="en-US" altLang="ko-KR" sz="1400" spc="-80">
                  <a:ln>
                    <a:solidFill>
                      <a:srgbClr val="CF043C">
                        <a:alpha val="0"/>
                      </a:srgbClr>
                    </a:solidFill>
                  </a:ln>
                  <a:solidFill>
                    <a:schemeClr val="tx2">
                      <a:lumMod val="60000"/>
                      <a:lumOff val="40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2.0 ≫ 3.6.5 </a:t>
              </a:r>
              <a:r>
                <a:rPr lang="ko-KR" altLang="en-US" sz="1400" spc="-80" err="1">
                  <a:ln>
                    <a:solidFill>
                      <a:srgbClr val="CF043C">
                        <a:alpha val="0"/>
                      </a:srgbClr>
                    </a:solidFill>
                  </a:ln>
                  <a:solidFill>
                    <a:schemeClr val="tx2">
                      <a:lumMod val="60000"/>
                      <a:lumOff val="40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열공급</a:t>
              </a:r>
              <a:r>
                <a:rPr lang="ko-KR" altLang="en-US" sz="1400" spc="-80">
                  <a:ln>
                    <a:solidFill>
                      <a:srgbClr val="CF043C">
                        <a:alpha val="0"/>
                      </a:srgbClr>
                    </a:solidFill>
                  </a:ln>
                  <a:solidFill>
                    <a:schemeClr val="tx2">
                      <a:lumMod val="60000"/>
                      <a:lumOff val="40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 관리</a:t>
              </a:r>
              <a:endParaRPr lang="ko-KR" altLang="en-US" sz="1600">
                <a:ln>
                  <a:solidFill>
                    <a:srgbClr val="CF043C">
                      <a:alpha val="0"/>
                    </a:srgb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sp>
          <p:nvSpPr>
            <p:cNvPr id="211" name="Rectangle 5">
              <a:extLst>
                <a:ext uri="{FF2B5EF4-FFF2-40B4-BE49-F238E27FC236}">
                  <a16:creationId xmlns:a16="http://schemas.microsoft.com/office/drawing/2014/main" id="{E760E09E-1EDA-4C50-A68A-4A031B03E6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9552" y="265478"/>
              <a:ext cx="1283044" cy="2221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0C0C0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b">
              <a:spAutoFit/>
            </a:bodyPr>
            <a:lstStyle/>
            <a:p>
              <a:pPr defTabSz="935755">
                <a:lnSpc>
                  <a:spcPct val="90000"/>
                </a:lnSpc>
                <a:spcBef>
                  <a:spcPct val="0"/>
                </a:spcBef>
              </a:pPr>
              <a:r>
                <a:rPr lang="ko-KR" altLang="en-US" sz="1600" spc="-80">
                  <a:ln>
                    <a:solidFill>
                      <a:srgbClr val="CF043C">
                        <a:alpha val="0"/>
                      </a:srgbClr>
                    </a:solidFill>
                  </a:ln>
                  <a:solidFill>
                    <a:schemeClr val="tx2">
                      <a:lumMod val="60000"/>
                      <a:lumOff val="40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+mj-cs"/>
                </a:rPr>
                <a:t>시스템 구축 방안</a:t>
              </a:r>
            </a:p>
          </p:txBody>
        </p:sp>
      </p:grp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34953506-6D17-769C-99F2-0647D91680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7968039"/>
              </p:ext>
            </p:extLst>
          </p:nvPr>
        </p:nvGraphicFramePr>
        <p:xfrm>
          <a:off x="546667" y="2419352"/>
          <a:ext cx="8850261" cy="3730156"/>
        </p:xfrm>
        <a:graphic>
          <a:graphicData uri="http://schemas.openxmlformats.org/drawingml/2006/table">
            <a:tbl>
              <a:tblPr/>
              <a:tblGrid>
                <a:gridCol w="1317284">
                  <a:extLst>
                    <a:ext uri="{9D8B030D-6E8A-4147-A177-3AD203B41FA5}">
                      <a16:colId xmlns:a16="http://schemas.microsoft.com/office/drawing/2014/main" val="3418741813"/>
                    </a:ext>
                  </a:extLst>
                </a:gridCol>
                <a:gridCol w="1359080">
                  <a:extLst>
                    <a:ext uri="{9D8B030D-6E8A-4147-A177-3AD203B41FA5}">
                      <a16:colId xmlns:a16="http://schemas.microsoft.com/office/drawing/2014/main" val="700382160"/>
                    </a:ext>
                  </a:extLst>
                </a:gridCol>
                <a:gridCol w="5228973">
                  <a:extLst>
                    <a:ext uri="{9D8B030D-6E8A-4147-A177-3AD203B41FA5}">
                      <a16:colId xmlns:a16="http://schemas.microsoft.com/office/drawing/2014/main" val="1472568024"/>
                    </a:ext>
                  </a:extLst>
                </a:gridCol>
                <a:gridCol w="944924">
                  <a:extLst>
                    <a:ext uri="{9D8B030D-6E8A-4147-A177-3AD203B41FA5}">
                      <a16:colId xmlns:a16="http://schemas.microsoft.com/office/drawing/2014/main" val="1393050323"/>
                    </a:ext>
                  </a:extLst>
                </a:gridCol>
              </a:tblGrid>
              <a:tr h="252412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</a:pPr>
                      <a:r>
                        <a:rPr lang="ko-KR" altLang="en-US" sz="1000" b="1" i="0" u="none" strike="noStrike" kern="120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업무구분</a:t>
                      </a:r>
                      <a:endParaRPr lang="en-US" altLang="ko-KR" sz="1000" b="1" i="0" u="none" strike="noStrike" kern="120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7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7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</a:pPr>
                      <a:r>
                        <a:rPr lang="ko-KR" altLang="en-US" sz="1000" b="1" i="0" u="none" strike="noStrike" kern="120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/>
                          <a:cs typeface="+mn-cs"/>
                        </a:rPr>
                        <a:t>기능명</a:t>
                      </a:r>
                      <a:endParaRPr lang="en-US" altLang="ko-KR" sz="1000" b="1" i="0" u="none" strike="noStrike" kern="120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KoPub돋움체 Medium" panose="00000600000000000000" pitchFamily="2" charset="-127"/>
                        <a:ea typeface="KoPub돋움체 Medium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7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7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</a:pPr>
                      <a:r>
                        <a:rPr lang="ko-KR" altLang="en-US" sz="1000" b="1" i="0" u="none" strike="noStrike" kern="120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기능설명</a:t>
                      </a:r>
                      <a:endParaRPr lang="en-US" altLang="ko-KR" sz="1000" b="1" i="0" u="none" strike="noStrike" kern="120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7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7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</a:pPr>
                      <a:r>
                        <a:rPr lang="ko-KR" altLang="en-US" sz="1000" b="1" i="0" u="none" strike="noStrike" kern="120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비고</a:t>
                      </a:r>
                      <a:endParaRPr lang="en-US" altLang="ko-KR" sz="1000" b="1" i="0" u="none" strike="noStrike" kern="120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7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7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1834424"/>
                  </a:ext>
                </a:extLst>
              </a:tr>
              <a:tr h="252412">
                <a:tc rowSpan="3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현장인력 관리</a:t>
                      </a:r>
                      <a:endParaRPr kumimoji="1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7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업체 및 인력 관리</a:t>
                      </a: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7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pattFill prst="dkDnDiag">
                      <a:fgClr>
                        <a:srgbClr val="F2F2F2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9pPr>
                    </a:lstStyle>
                    <a:p>
                      <a:pPr marL="85725" marR="0" lvl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ts val="8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용역 업체 및 인력 등록 및 상태별 관리</a:t>
                      </a:r>
                      <a:r>
                        <a:rPr kumimoji="1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계약서 템플릿 관리 및 수정 이력 관리</a:t>
                      </a: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7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9pPr>
                    </a:lstStyle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tabLst/>
                      </a:pPr>
                      <a:r>
                        <a:rPr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/>
                        </a:rPr>
                        <a:t>그룹웨어</a:t>
                      </a: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7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6547131"/>
                  </a:ext>
                </a:extLst>
              </a:tr>
              <a:tr h="126206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</a:pPr>
                      <a:endParaRPr kumimoji="1" lang="ko-KR" altLang="en-US" sz="1050" b="1" i="0" u="none" strike="noStrike" cap="none" normalizeH="0" baseline="0">
                        <a:ln>
                          <a:solidFill>
                            <a:srgbClr val="E72511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89996" marR="89996" marT="46808" marB="46808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사용자 계정 및 권한</a:t>
                      </a: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pattFill prst="dkDnDiag">
                      <a:fgClr>
                        <a:srgbClr val="F2F2F2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9pPr>
                    </a:lstStyle>
                    <a:p>
                      <a:pPr marL="85725" marR="0" lvl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ts val="8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/>
                          <a:cs typeface="+mn-cs"/>
                        </a:rPr>
                        <a:t>역할 기반 권한 관리</a:t>
                      </a:r>
                      <a:r>
                        <a:rPr kumimoji="1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/>
                          <a:cs typeface="+mn-cs"/>
                        </a:rPr>
                        <a:t>관리자</a:t>
                      </a:r>
                      <a:r>
                        <a:rPr kumimoji="1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/>
                          <a:cs typeface="+mn-cs"/>
                        </a:rPr>
                        <a:t>/</a:t>
                      </a:r>
                      <a:r>
                        <a:rPr kumimoji="1"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/>
                          <a:cs typeface="+mn-cs"/>
                        </a:rPr>
                        <a:t>점검자</a:t>
                      </a:r>
                      <a:r>
                        <a:rPr kumimoji="1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/>
                          <a:cs typeface="+mn-cs"/>
                        </a:rPr>
                        <a:t> 등</a:t>
                      </a:r>
                      <a:r>
                        <a:rPr kumimoji="1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/>
                          <a:cs typeface="+mn-cs"/>
                        </a:rPr>
                        <a:t>), </a:t>
                      </a:r>
                      <a:r>
                        <a:rPr kumimoji="1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/>
                          <a:cs typeface="+mn-cs"/>
                        </a:rPr>
                        <a:t>비밀번호 관리</a:t>
                      </a: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0830380"/>
                  </a:ext>
                </a:extLst>
              </a:tr>
              <a:tr h="12620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모바일 접근 및 인증</a:t>
                      </a: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pattFill prst="dkDnDiag">
                      <a:fgClr>
                        <a:srgbClr val="F2F2F2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ts val="8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모바일 로그인 및 사용자 인증</a:t>
                      </a: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1308218"/>
                  </a:ext>
                </a:extLst>
              </a:tr>
              <a:tr h="252412">
                <a:tc rowSpan="4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점검계획</a:t>
                      </a:r>
                      <a:r>
                        <a:rPr kumimoji="1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/</a:t>
                      </a:r>
                      <a:r>
                        <a:rPr kumimoji="1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대상관리</a:t>
                      </a: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점검계획 수립</a:t>
                      </a: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pattFill prst="dkDnDiag">
                      <a:fgClr>
                        <a:srgbClr val="F2F2F2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9pPr>
                    </a:lstStyle>
                    <a:p>
                      <a:pPr marL="85725" marR="0" lvl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ts val="8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점검계획</a:t>
                      </a:r>
                      <a:r>
                        <a:rPr kumimoji="1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보고서 템플릿 표준화</a:t>
                      </a: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9707478"/>
                  </a:ext>
                </a:extLst>
              </a:tr>
              <a:tr h="252412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  <a:defRPr/>
                      </a:pPr>
                      <a:endParaRPr kumimoji="1" lang="ko-KR" altLang="en-US" sz="1050" b="1" i="0" u="none" strike="noStrike" cap="none" normalizeH="0" baseline="0">
                        <a:ln>
                          <a:solidFill>
                            <a:srgbClr val="E72511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89996" marR="89996" marT="46808" marB="46808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점검 대상 관리</a:t>
                      </a: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pattFill prst="dkDnDiag">
                      <a:fgClr>
                        <a:srgbClr val="F2F2F2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9pPr>
                    </a:lstStyle>
                    <a:p>
                      <a:pPr marL="85725" marR="0" lvl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ts val="8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점검 공급대상</a:t>
                      </a:r>
                      <a:r>
                        <a:rPr kumimoji="1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/</a:t>
                      </a:r>
                      <a:r>
                        <a:rPr kumimoji="1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기계실 기준정보 관리</a:t>
                      </a: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0677477"/>
                  </a:ext>
                </a:extLst>
              </a:tr>
              <a:tr h="252412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</a:pPr>
                      <a:endParaRPr kumimoji="1" lang="ko-KR" altLang="en-US" sz="1050" b="1" i="0" u="none" strike="noStrike" cap="none" normalizeH="0" baseline="0">
                        <a:ln>
                          <a:solidFill>
                            <a:srgbClr val="E72511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89996" marR="89996" marT="46808" marB="46808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점검 일정 및 담당자 배정</a:t>
                      </a: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pattFill prst="dkDnDiag">
                      <a:fgClr>
                        <a:srgbClr val="F2F2F2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9pPr>
                    </a:lstStyle>
                    <a:p>
                      <a:pPr marL="85725" marR="0" lvl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ts val="8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점검 일정 및 담당자 매핑 및 수정</a:t>
                      </a:r>
                      <a:r>
                        <a:rPr kumimoji="1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결재 상신</a:t>
                      </a: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그룹웨어</a:t>
                      </a: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987294"/>
                  </a:ext>
                </a:extLst>
              </a:tr>
              <a:tr h="252412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</a:pPr>
                      <a:endParaRPr kumimoji="1" lang="ko-KR" altLang="en-US" sz="1050" b="1" i="0" u="none" strike="noStrike" cap="none" normalizeH="0" baseline="0">
                        <a:ln>
                          <a:solidFill>
                            <a:srgbClr val="E72511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89996" marR="89996" marT="46808" marB="46808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공문 생성 및 발송</a:t>
                      </a: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pattFill prst="dkDnDiag">
                      <a:fgClr>
                        <a:srgbClr val="F2F2F2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9pPr>
                    </a:lstStyle>
                    <a:p>
                      <a:pPr marL="85725" marR="0" lvl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ts val="8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공문 자동 생성 및 이력 관리</a:t>
                      </a: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KoPub돋움체 Medium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/>
                        </a:rPr>
                        <a:t>통합알림</a:t>
                      </a: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KoPub돋움체 Medium" panose="00000600000000000000" pitchFamily="2" charset="-127"/>
                        <a:ea typeface="KoPub돋움체 Medium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4290110"/>
                  </a:ext>
                </a:extLst>
              </a:tr>
              <a:tr h="252412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모바일 기반</a:t>
                      </a:r>
                      <a:endParaRPr kumimoji="1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현장 점검 수행</a:t>
                      </a:r>
                    </a:p>
                  </a:txBody>
                  <a:tcPr marL="36000" marR="36000" marT="36000" marB="3600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모바일 현장점검 수행</a:t>
                      </a: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pattFill prst="dkDnDiag">
                      <a:fgClr>
                        <a:srgbClr val="F2F2F2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ts val="8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대상 조회 및 체크리스트 점검</a:t>
                      </a:r>
                      <a:r>
                        <a:rPr kumimoji="1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점검 결과 입력</a:t>
                      </a:r>
                      <a:r>
                        <a:rPr kumimoji="1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설비</a:t>
                      </a:r>
                      <a:r>
                        <a:rPr kumimoji="1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/</a:t>
                      </a:r>
                      <a:r>
                        <a:rPr kumimoji="1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항목 정보 포함</a:t>
                      </a:r>
                      <a:r>
                        <a:rPr kumimoji="1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), </a:t>
                      </a:r>
                      <a:r>
                        <a:rPr kumimoji="1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사진</a:t>
                      </a:r>
                      <a:r>
                        <a:rPr kumimoji="1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·</a:t>
                      </a:r>
                      <a:r>
                        <a:rPr kumimoji="1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파일 증빙 및 서명 등록</a:t>
                      </a: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1085643"/>
                  </a:ext>
                </a:extLst>
              </a:tr>
              <a:tr h="252412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점검 결과 검토</a:t>
                      </a: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pattFill prst="dkDnDiag">
                      <a:fgClr>
                        <a:srgbClr val="F2F2F2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ts val="8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승인</a:t>
                      </a:r>
                      <a:r>
                        <a:rPr kumimoji="1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/</a:t>
                      </a:r>
                      <a:r>
                        <a:rPr kumimoji="1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반려 처리</a:t>
                      </a:r>
                      <a:r>
                        <a:rPr kumimoji="1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자동 알림</a:t>
                      </a:r>
                      <a:r>
                        <a:rPr kumimoji="1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점검 결과 이력 관리</a:t>
                      </a: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5520964"/>
                  </a:ext>
                </a:extLst>
              </a:tr>
              <a:tr h="252412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고객 확인</a:t>
                      </a: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pattFill prst="dkDnDiag">
                      <a:fgClr>
                        <a:srgbClr val="F2F2F2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ts val="8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재점검 일정 확정</a:t>
                      </a:r>
                      <a:r>
                        <a:rPr kumimoji="1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통합 알림</a:t>
                      </a:r>
                      <a:r>
                        <a:rPr kumimoji="1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점검 결과 열람 기능</a:t>
                      </a: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8629664"/>
                  </a:ext>
                </a:extLst>
              </a:tr>
              <a:tr h="252412"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점검 결과 관리</a:t>
                      </a:r>
                    </a:p>
                  </a:txBody>
                  <a:tcPr marL="36000" marR="36000" marT="36000" marB="3600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점검결과 검토</a:t>
                      </a: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pattFill prst="dkDnDiag">
                      <a:fgClr>
                        <a:srgbClr val="F2F2F2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ts val="8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이상내역 분류 및 관리</a:t>
                      </a: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6069020"/>
                  </a:ext>
                </a:extLst>
              </a:tr>
              <a:tr h="252412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조치요청 및 처리</a:t>
                      </a: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pattFill prst="dkDnDiag">
                      <a:fgClr>
                        <a:srgbClr val="F2F2F2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ts val="8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조치 요청</a:t>
                      </a:r>
                      <a:r>
                        <a:rPr kumimoji="1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공문</a:t>
                      </a:r>
                      <a:r>
                        <a:rPr kumimoji="1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)</a:t>
                      </a:r>
                      <a:r>
                        <a:rPr kumimoji="1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 및 진행 상태 추적</a:t>
                      </a:r>
                      <a:r>
                        <a:rPr kumimoji="1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요청</a:t>
                      </a:r>
                      <a:r>
                        <a:rPr kumimoji="1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/</a:t>
                      </a:r>
                      <a:r>
                        <a:rPr kumimoji="1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처리 이력 관리</a:t>
                      </a: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/>
                        </a:rPr>
                        <a:t>통합알림</a:t>
                      </a: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KoPub돋움체 Medium" panose="00000600000000000000" pitchFamily="2" charset="-127"/>
                        <a:ea typeface="KoPub돋움체 Medium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4150631"/>
                  </a:ext>
                </a:extLst>
              </a:tr>
              <a:tr h="252412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결과보고</a:t>
                      </a: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pattFill prst="dkDnDiag">
                      <a:fgClr>
                        <a:srgbClr val="F2F2F2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ts val="8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조치 결과 보고서 작성 및 처리 상태 변경</a:t>
                      </a: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그룹웨어</a:t>
                      </a: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2095343"/>
                  </a:ext>
                </a:extLst>
              </a:tr>
              <a:tr h="252412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이력관리</a:t>
                      </a: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pattFill prst="dkDnDiag">
                      <a:fgClr>
                        <a:srgbClr val="F2F2F2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ts val="8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전체 이력 및 통계 관리</a:t>
                      </a: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02151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6855305"/>
      </p:ext>
    </p:extLst>
  </p:cSld>
  <p:clrMapOvr>
    <a:masterClrMapping/>
  </p:clrMapOvr>
</p:sld>
</file>

<file path=ppt/theme/theme1.xml><?xml version="1.0" encoding="utf-8"?>
<a:theme xmlns:a="http://schemas.openxmlformats.org/drawingml/2006/main" name="전문건설공제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2">
      <a:majorFont>
        <a:latin typeface="Calibri Light"/>
        <a:ea typeface="KoPub돋움체 Medium"/>
        <a:cs typeface=""/>
      </a:majorFont>
      <a:minorFont>
        <a:latin typeface="Calibri"/>
        <a:ea typeface="KoPub돋움체 Medium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rgbClr val="126ED4"/>
        </a:solidFill>
        <a:ln w="12700">
          <a:noFill/>
        </a:ln>
        <a:effectLst/>
      </a:spPr>
      <a:bodyPr wrap="square" lIns="0" tIns="0" rIns="0" bIns="0" anchor="ctr">
        <a:noAutofit/>
      </a:bodyPr>
      <a:lstStyle>
        <a:defPPr marL="0" indent="-157320" algn="ctr" defTabSz="900828" fontAlgn="base" latinLnBrk="0">
          <a:spcBef>
            <a:spcPct val="0"/>
          </a:spcBef>
          <a:spcAft>
            <a:spcPct val="0"/>
          </a:spcAft>
          <a:buClr>
            <a:srgbClr val="808080"/>
          </a:buClr>
          <a:buSzPct val="50000"/>
          <a:defRPr kumimoji="1" sz="1400" spc="-30" dirty="0" smtClean="0">
            <a:ln>
              <a:solidFill>
                <a:prstClr val="white">
                  <a:alpha val="0"/>
                </a:prstClr>
              </a:solidFill>
            </a:ln>
            <a:solidFill>
              <a:prstClr val="white"/>
            </a:solidFill>
            <a:latin typeface="KoPub돋움체 Bold" panose="02020603020101020101" pitchFamily="18" charset="-127"/>
            <a:ea typeface="KoPub돋움체 Bold" panose="02020603020101020101" pitchFamily="18" charset="-127"/>
          </a:defRPr>
        </a:defPPr>
      </a:lstStyle>
    </a:spDef>
    <a:lnDef>
      <a:spPr>
        <a:ln w="6350">
          <a:solidFill>
            <a:schemeClr val="bg1">
              <a:lumMod val="7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59BA5C3C43ECE841A7A939B5A5F98E99" ma:contentTypeVersion="10" ma:contentTypeDescription="새 문서를 만듭니다." ma:contentTypeScope="" ma:versionID="869ad3bb95e900b2da933d68d7c4692a">
  <xsd:schema xmlns:xsd="http://www.w3.org/2001/XMLSchema" xmlns:xs="http://www.w3.org/2001/XMLSchema" xmlns:p="http://schemas.microsoft.com/office/2006/metadata/properties" xmlns:ns2="e830d333-1ede-4a6f-9269-4fba398f4ac9" xmlns:ns3="849d4a6d-33a3-4570-a4d3-9ca586685008" targetNamespace="http://schemas.microsoft.com/office/2006/metadata/properties" ma:root="true" ma:fieldsID="a04ccd563f7314d8e9ed7bd2028e16fc" ns2:_="" ns3:_="">
    <xsd:import namespace="e830d333-1ede-4a6f-9269-4fba398f4ac9"/>
    <xsd:import namespace="849d4a6d-33a3-4570-a4d3-9ca58668500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830d333-1ede-4a6f-9269-4fba398f4ac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이미지 태그" ma:readOnly="false" ma:fieldId="{5cf76f15-5ced-4ddc-b409-7134ff3c332f}" ma:taxonomyMulti="true" ma:sspId="83e4a51d-6507-421c-8760-bc61444c9b6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49d4a6d-33a3-4570-a4d3-9ca586685008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556e275a-3bc9-42ae-bae1-d7fec4b4c20a}" ma:internalName="TaxCatchAll" ma:showField="CatchAllData" ma:web="849d4a6d-33a3-4570-a4d3-9ca58668500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49d4a6d-33a3-4570-a4d3-9ca586685008" xsi:nil="true"/>
    <lcf76f155ced4ddcb4097134ff3c332f xmlns="e830d333-1ede-4a6f-9269-4fba398f4ac9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3702AA75-C612-4E12-BC50-9D0BB5D7731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F96E7F8-EAE8-4563-B228-D460CCBD63E2}">
  <ds:schemaRefs>
    <ds:schemaRef ds:uri="849d4a6d-33a3-4570-a4d3-9ca586685008"/>
    <ds:schemaRef ds:uri="e830d333-1ede-4a6f-9269-4fba398f4ac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FD1BDC40-2C44-404B-9F9C-A359A7CAAFDF}">
  <ds:schemaRefs>
    <ds:schemaRef ds:uri="849d4a6d-33a3-4570-a4d3-9ca586685008"/>
    <ds:schemaRef ds:uri="e830d333-1ede-4a6f-9269-4fba398f4ac9"/>
    <ds:schemaRef ds:uri="http://schemas.microsoft.com/office/2006/metadata/properties"/>
    <ds:schemaRef ds:uri="http://schemas.microsoft.com/office/infopath/2007/PartnerControls"/>
  </ds:schemaRefs>
</ds:datastoreItem>
</file>

<file path=docMetadata/LabelInfo.xml><?xml version="1.0" encoding="utf-8"?>
<clbl:labelList xmlns:clbl="http://schemas.microsoft.com/office/2020/mipLabelMetadata">
  <clbl:label id="{fab2d60f-e614-4f9d-b2ad-9fb1397f2efe}" enabled="0" method="" siteId="{fab2d60f-e614-4f9d-b2ad-9fb1397f2efe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914</Words>
  <Application>Microsoft Office PowerPoint</Application>
  <PresentationFormat>A4 용지(210x297mm)</PresentationFormat>
  <Paragraphs>178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14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19" baseType="lpstr">
      <vt:lpstr>KoPubWorld돋움체 Medium</vt:lpstr>
      <vt:lpstr>KoPub돋움체 Bold</vt:lpstr>
      <vt:lpstr>KoPub돋움체 Light</vt:lpstr>
      <vt:lpstr>KoPub돋움체 Medium</vt:lpstr>
      <vt:lpstr>KoPub바탕체 Medium</vt:lpstr>
      <vt:lpstr>LG스마트체 Regular</vt:lpstr>
      <vt:lpstr>나눔스퀘어 네오 ExtraBold</vt:lpstr>
      <vt:lpstr>맑은 고딕</vt:lpstr>
      <vt:lpstr>뫼비우스 Regular</vt:lpstr>
      <vt:lpstr>페이퍼로지 5 Medium</vt:lpstr>
      <vt:lpstr>페이퍼로지 6 SemiBold</vt:lpstr>
      <vt:lpstr>페이퍼로지 7 Bold</vt:lpstr>
      <vt:lpstr>Arial</vt:lpstr>
      <vt:lpstr>Wingdings</vt:lpstr>
      <vt:lpstr>전문건설공제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심희원</dc:creator>
  <cp:lastModifiedBy>서민수</cp:lastModifiedBy>
  <cp:revision>3</cp:revision>
  <cp:lastPrinted>2025-03-19T07:15:09Z</cp:lastPrinted>
  <dcterms:created xsi:type="dcterms:W3CDTF">2020-06-12T01:12:52Z</dcterms:created>
  <dcterms:modified xsi:type="dcterms:W3CDTF">2026-04-21T15:02:51Z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0x01010059BA5C3C43ECE841A7A939B5A5F98E99</vt:lpwstr>
  </property>
  <property fmtid="{D5CDD505-2E9C-101B-9397-08002B2CF9AE}" pid="3" name="MediaServiceImageTags">
    <vt:lpwstr/>
  </property>
</Properties>
</file>